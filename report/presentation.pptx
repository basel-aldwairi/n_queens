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_rels/slide9.xml.rels" ContentType="application/vnd.openxmlformats-package.relationships+xml"/>
  <Override PartName="/ppt/slides/_rels/slide11.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_rels/presentation.xml.rels" ContentType="application/vnd.openxmlformats-package.relationships+xml"/>
  <Override PartName="/ppt/media/image13.png" ContentType="image/png"/>
  <Override PartName="/ppt/media/image4.png" ContentType="image/png"/>
  <Override PartName="/ppt/media/image9.png" ContentType="image/png"/>
  <Override PartName="/ppt/media/image14.png" ContentType="image/png"/>
  <Override PartName="/ppt/media/image5.png" ContentType="image/png"/>
  <Override PartName="/ppt/media/image15.png" ContentType="image/png"/>
  <Override PartName="/ppt/media/image6.png" ContentType="image/png"/>
  <Override PartName="/ppt/media/image10.png" ContentType="image/png"/>
  <Override PartName="/ppt/media/image1.png" ContentType="image/png"/>
  <Override PartName="/ppt/media/image16.png" ContentType="image/png"/>
  <Override PartName="/ppt/media/image7.png" ContentType="image/png"/>
  <Override PartName="/ppt/media/image11.png" ContentType="image/png"/>
  <Override PartName="/ppt/media/image2.png" ContentType="image/png"/>
  <Override PartName="/ppt/media/image17.png" ContentType="image/png"/>
  <Override PartName="/ppt/media/image8.png" ContentType="image/png"/>
  <Override PartName="/ppt/media/image12.png" ContentType="image/png"/>
  <Override PartName="/ppt/media/image3.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1" r:id="rId3"/>
    <p:sldMasterId id="2147483653" r:id="rId4"/>
    <p:sldMasterId id="2147483655" r:id="rId5"/>
    <p:sldMasterId id="2147483658" r:id="rId6"/>
    <p:sldMasterId id="2147483661" r:id="rId7"/>
  </p:sld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6.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Lights">
    <p:spTree>
      <p:nvGrpSpPr>
        <p:cNvPr id="1" name=""/>
        <p:cNvGrpSpPr/>
        <p:nvPr/>
      </p:nvGrpSpPr>
      <p:grpSpPr>
        <a:xfrm>
          <a:off x="0" y="0"/>
          <a:ext cx="0" cy="0"/>
          <a:chOff x="0" y="0"/>
          <a:chExt cx="0" cy="0"/>
        </a:xfrm>
      </p:grpSpPr>
      <p:sp>
        <p:nvSpPr>
          <p:cNvPr id="17" name="PlaceHolder 1"/>
          <p:cNvSpPr>
            <a:spLocks noGrp="1"/>
          </p:cNvSpPr>
          <p:nvPr>
            <p:ph type="title"/>
          </p:nvPr>
        </p:nvSpPr>
        <p:spPr>
          <a:xfrm>
            <a:off x="540000" y="270000"/>
            <a:ext cx="8998920" cy="9889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8" name="PlaceHolder 2"/>
          <p:cNvSpPr>
            <a:spLocks noGrp="1"/>
          </p:cNvSpPr>
          <p:nvPr>
            <p:ph/>
          </p:nvPr>
        </p:nvSpPr>
        <p:spPr>
          <a:xfrm>
            <a:off x="504000" y="1326600"/>
            <a:ext cx="907200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5EBA235B-2602-440C-BFEA-2F2E65004742}"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Lights">
    <p:spTree>
      <p:nvGrpSpPr>
        <p:cNvPr id="1" name=""/>
        <p:cNvGrpSpPr/>
        <p:nvPr/>
      </p:nvGrpSpPr>
      <p:grpSpPr>
        <a:xfrm>
          <a:off x="0" y="0"/>
          <a:ext cx="0" cy="0"/>
          <a:chOff x="0" y="0"/>
          <a:chExt cx="0" cy="0"/>
        </a:xfrm>
      </p:grpSpPr>
      <p:sp>
        <p:nvSpPr>
          <p:cNvPr id="19" name="PlaceHolder 1"/>
          <p:cNvSpPr>
            <a:spLocks noGrp="1"/>
          </p:cNvSpPr>
          <p:nvPr>
            <p:ph type="title"/>
          </p:nvPr>
        </p:nvSpPr>
        <p:spPr>
          <a:xfrm>
            <a:off x="540000" y="270000"/>
            <a:ext cx="8998920" cy="9889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0" name="PlaceHolder 2"/>
          <p:cNvSpPr>
            <a:spLocks noGrp="1"/>
          </p:cNvSpPr>
          <p:nvPr>
            <p:ph type="subTitle"/>
          </p:nvPr>
        </p:nvSpPr>
        <p:spPr>
          <a:xfrm>
            <a:off x="504000" y="1326600"/>
            <a:ext cx="9072000" cy="328860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B1F70276-6BCF-432F-B395-0CDB0F3EAEE8}"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Lights1">
    <p:spTree>
      <p:nvGrpSpPr>
        <p:cNvPr id="1" name=""/>
        <p:cNvGrpSpPr/>
        <p:nvPr/>
      </p:nvGrpSpPr>
      <p:grpSpPr>
        <a:xfrm>
          <a:off x="0" y="0"/>
          <a:ext cx="0" cy="0"/>
          <a:chOff x="0" y="0"/>
          <a:chExt cx="0" cy="0"/>
        </a:xfrm>
      </p:grpSpPr>
      <p:sp>
        <p:nvSpPr>
          <p:cNvPr id="40" name="PlaceHolder 1"/>
          <p:cNvSpPr>
            <a:spLocks noGrp="1"/>
          </p:cNvSpPr>
          <p:nvPr>
            <p:ph type="title"/>
          </p:nvPr>
        </p:nvSpPr>
        <p:spPr>
          <a:xfrm>
            <a:off x="540000" y="270000"/>
            <a:ext cx="8998920" cy="9889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1" name="PlaceHolder 2"/>
          <p:cNvSpPr>
            <a:spLocks noGrp="1"/>
          </p:cNvSpPr>
          <p:nvPr>
            <p:ph/>
          </p:nvPr>
        </p:nvSpPr>
        <p:spPr>
          <a:xfrm>
            <a:off x="504000" y="1326600"/>
            <a:ext cx="907200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87910168-599F-4E73-839D-F1B26F096FBA}"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spTree>
      <p:nvGrpSpPr>
        <p:cNvPr id="1" name=""/>
        <p:cNvGrpSpPr/>
        <p:nvPr/>
      </p:nvGrpSpPr>
      <p:grpSpPr>
        <a:xfrm>
          <a:off x="0" y="0"/>
          <a:ext cx="0" cy="0"/>
          <a:chOff x="0" y="0"/>
          <a:chExt cx="0" cy="0"/>
        </a:xfrm>
      </p:grpSpPr>
      <p:sp>
        <p:nvSpPr>
          <p:cNvPr id="62" name="PlaceHolder 1"/>
          <p:cNvSpPr>
            <a:spLocks noGrp="1"/>
          </p:cNvSpPr>
          <p:nvPr>
            <p:ph type="title"/>
          </p:nvPr>
        </p:nvSpPr>
        <p:spPr>
          <a:xfrm>
            <a:off x="540000" y="270000"/>
            <a:ext cx="8998920" cy="9889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3" name="PlaceHolder 2"/>
          <p:cNvSpPr>
            <a:spLocks noGrp="1"/>
          </p:cNvSpPr>
          <p:nvPr>
            <p:ph/>
          </p:nvPr>
        </p:nvSpPr>
        <p:spPr>
          <a:xfrm>
            <a:off x="504000" y="1326600"/>
            <a:ext cx="907200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42A68560-19A8-43B6-97A3-C2EF71CED778}" type="slidenum">
              <a:t>&lt;#&gt;</a:t>
            </a:fld>
          </a:p>
        </p:txBody>
      </p:sp>
      <p:sp>
        <p:nvSpPr>
          <p:cNvPr id="6" name="PlaceHolder 5"/>
          <p:cNvSpPr>
            <a:spLocks noGrp="1"/>
          </p:cNvSpPr>
          <p:nvPr>
            <p:ph type="dt" idx="9"/>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Lights2">
    <p:spTree>
      <p:nvGrpSpPr>
        <p:cNvPr id="1" name=""/>
        <p:cNvGrpSpPr/>
        <p:nvPr/>
      </p:nvGrpSpPr>
      <p:grpSpPr>
        <a:xfrm>
          <a:off x="0" y="0"/>
          <a:ext cx="0" cy="0"/>
          <a:chOff x="0" y="0"/>
          <a:chExt cx="0" cy="0"/>
        </a:xfrm>
      </p:grpSpPr>
      <p:sp>
        <p:nvSpPr>
          <p:cNvPr id="78" name="PlaceHolder 1"/>
          <p:cNvSpPr>
            <a:spLocks noGrp="1"/>
          </p:cNvSpPr>
          <p:nvPr>
            <p:ph type="title"/>
          </p:nvPr>
        </p:nvSpPr>
        <p:spPr>
          <a:xfrm>
            <a:off x="540000" y="270000"/>
            <a:ext cx="8998920" cy="9889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9" name="PlaceHolder 2"/>
          <p:cNvSpPr>
            <a:spLocks noGrp="1"/>
          </p:cNvSpPr>
          <p:nvPr>
            <p:ph/>
          </p:nvPr>
        </p:nvSpPr>
        <p:spPr>
          <a:xfrm>
            <a:off x="504000" y="1326600"/>
            <a:ext cx="907200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14C4DDBD-9321-4ABE-A2F1-672D53594D3E}"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Lights2">
    <p:spTree>
      <p:nvGrpSpPr>
        <p:cNvPr id="1" name=""/>
        <p:cNvGrpSpPr/>
        <p:nvPr/>
      </p:nvGrpSpPr>
      <p:grpSpPr>
        <a:xfrm>
          <a:off x="0" y="0"/>
          <a:ext cx="0" cy="0"/>
          <a:chOff x="0" y="0"/>
          <a:chExt cx="0" cy="0"/>
        </a:xfrm>
      </p:grpSpPr>
      <p:sp>
        <p:nvSpPr>
          <p:cNvPr id="80" name="PlaceHolder 1"/>
          <p:cNvSpPr>
            <a:spLocks noGrp="1"/>
          </p:cNvSpPr>
          <p:nvPr>
            <p:ph type="title"/>
          </p:nvPr>
        </p:nvSpPr>
        <p:spPr>
          <a:xfrm>
            <a:off x="540000" y="270000"/>
            <a:ext cx="8998920" cy="9889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1" name="PlaceHolder 2"/>
          <p:cNvSpPr>
            <a:spLocks noGrp="1"/>
          </p:cNvSpPr>
          <p:nvPr>
            <p:ph type="subTitle"/>
          </p:nvPr>
        </p:nvSpPr>
        <p:spPr>
          <a:xfrm>
            <a:off x="504000" y="1326600"/>
            <a:ext cx="9072000" cy="328860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C86D22E9-E51B-466D-9FF9-2780D9B71071}"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Lights2_">
    <p:spTree>
      <p:nvGrpSpPr>
        <p:cNvPr id="1" name=""/>
        <p:cNvGrpSpPr/>
        <p:nvPr/>
      </p:nvGrpSpPr>
      <p:grpSpPr>
        <a:xfrm>
          <a:off x="0" y="0"/>
          <a:ext cx="0" cy="0"/>
          <a:chOff x="0" y="0"/>
          <a:chExt cx="0" cy="0"/>
        </a:xfrm>
      </p:grpSpPr>
      <p:sp>
        <p:nvSpPr>
          <p:cNvPr id="96" name="PlaceHolder 1"/>
          <p:cNvSpPr>
            <a:spLocks noGrp="1"/>
          </p:cNvSpPr>
          <p:nvPr>
            <p:ph type="title"/>
          </p:nvPr>
        </p:nvSpPr>
        <p:spPr>
          <a:xfrm>
            <a:off x="540000" y="270000"/>
            <a:ext cx="8998920" cy="9889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7" name="PlaceHolder 2"/>
          <p:cNvSpPr>
            <a:spLocks noGrp="1"/>
          </p:cNvSpPr>
          <p:nvPr>
            <p:ph/>
          </p:nvPr>
        </p:nvSpPr>
        <p:spPr>
          <a:xfrm>
            <a:off x="504000" y="1326600"/>
            <a:ext cx="907200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8618463E-C4E2-4C40-A1B1-C610569B99FF}" type="slidenum">
              <a:t>&lt;#&gt;</a:t>
            </a:fld>
          </a:p>
        </p:txBody>
      </p:sp>
      <p:sp>
        <p:nvSpPr>
          <p:cNvPr id="6" name="PlaceHolder 5"/>
          <p:cNvSpPr>
            <a:spLocks noGrp="1"/>
          </p:cNvSpPr>
          <p:nvPr>
            <p:ph type="dt" idx="15"/>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Lights2_">
    <p:spTree>
      <p:nvGrpSpPr>
        <p:cNvPr id="1" name=""/>
        <p:cNvGrpSpPr/>
        <p:nvPr/>
      </p:nvGrpSpPr>
      <p:grpSpPr>
        <a:xfrm>
          <a:off x="0" y="0"/>
          <a:ext cx="0" cy="0"/>
          <a:chOff x="0" y="0"/>
          <a:chExt cx="0" cy="0"/>
        </a:xfrm>
      </p:grpSpPr>
      <p:sp>
        <p:nvSpPr>
          <p:cNvPr id="98" name="PlaceHolder 1"/>
          <p:cNvSpPr>
            <a:spLocks noGrp="1"/>
          </p:cNvSpPr>
          <p:nvPr>
            <p:ph type="title"/>
          </p:nvPr>
        </p:nvSpPr>
        <p:spPr>
          <a:xfrm>
            <a:off x="540000" y="270000"/>
            <a:ext cx="8998920" cy="9889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9" name="PlaceHolder 2"/>
          <p:cNvSpPr>
            <a:spLocks noGrp="1"/>
          </p:cNvSpPr>
          <p:nvPr>
            <p:ph type="subTitle"/>
          </p:nvPr>
        </p:nvSpPr>
        <p:spPr>
          <a:xfrm>
            <a:off x="504000" y="1326600"/>
            <a:ext cx="9072000" cy="328860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B9517B72-A824-476E-B96B-07D52DEC8CAD}" type="slidenum">
              <a:t>&lt;#&gt;</a:t>
            </a:fld>
          </a:p>
        </p:txBody>
      </p:sp>
      <p:sp>
        <p:nvSpPr>
          <p:cNvPr id="6" name="PlaceHolder 5"/>
          <p:cNvSpPr>
            <a:spLocks noGrp="1"/>
          </p:cNvSpPr>
          <p:nvPr>
            <p:ph type="dt" idx="15"/>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Lights2__">
    <p:spTree>
      <p:nvGrpSpPr>
        <p:cNvPr id="1" name=""/>
        <p:cNvGrpSpPr/>
        <p:nvPr/>
      </p:nvGrpSpPr>
      <p:grpSpPr>
        <a:xfrm>
          <a:off x="0" y="0"/>
          <a:ext cx="0" cy="0"/>
          <a:chOff x="0" y="0"/>
          <a:chExt cx="0" cy="0"/>
        </a:xfrm>
      </p:grpSpPr>
      <p:sp>
        <p:nvSpPr>
          <p:cNvPr id="114" name="PlaceHolder 1"/>
          <p:cNvSpPr>
            <a:spLocks noGrp="1"/>
          </p:cNvSpPr>
          <p:nvPr>
            <p:ph type="title"/>
          </p:nvPr>
        </p:nvSpPr>
        <p:spPr>
          <a:xfrm>
            <a:off x="540000" y="270000"/>
            <a:ext cx="8998920" cy="9889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15" name="PlaceHolder 2"/>
          <p:cNvSpPr>
            <a:spLocks noGrp="1"/>
          </p:cNvSpPr>
          <p:nvPr>
            <p:ph/>
          </p:nvPr>
        </p:nvSpPr>
        <p:spPr>
          <a:xfrm>
            <a:off x="504000" y="1326600"/>
            <a:ext cx="907200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6"/>
          </p:nvPr>
        </p:nvSpPr>
        <p:spPr/>
        <p:txBody>
          <a:bodyPr/>
          <a:p>
            <a:r>
              <a:t>Footer</a:t>
            </a:r>
          </a:p>
        </p:txBody>
      </p:sp>
      <p:sp>
        <p:nvSpPr>
          <p:cNvPr id="5" name="PlaceHolder 4"/>
          <p:cNvSpPr>
            <a:spLocks noGrp="1"/>
          </p:cNvSpPr>
          <p:nvPr>
            <p:ph type="sldNum" idx="17"/>
          </p:nvPr>
        </p:nvSpPr>
        <p:spPr/>
        <p:txBody>
          <a:bodyPr/>
          <a:p>
            <a:fld id="{23FB7305-EB6E-4960-A89B-D4278FD6398A}" type="slidenum">
              <a:t>&lt;#&gt;</a:t>
            </a:fld>
          </a:p>
        </p:txBody>
      </p:sp>
      <p:sp>
        <p:nvSpPr>
          <p:cNvPr id="6" name="PlaceHolder 5"/>
          <p:cNvSpPr>
            <a:spLocks noGrp="1"/>
          </p:cNvSpPr>
          <p:nvPr>
            <p:ph type="dt" idx="18"/>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Lights2__">
    <p:spTree>
      <p:nvGrpSpPr>
        <p:cNvPr id="1" name=""/>
        <p:cNvGrpSpPr/>
        <p:nvPr/>
      </p:nvGrpSpPr>
      <p:grpSpPr>
        <a:xfrm>
          <a:off x="0" y="0"/>
          <a:ext cx="0" cy="0"/>
          <a:chOff x="0" y="0"/>
          <a:chExt cx="0" cy="0"/>
        </a:xfrm>
      </p:grpSpPr>
      <p:sp>
        <p:nvSpPr>
          <p:cNvPr id="116" name="PlaceHolder 1"/>
          <p:cNvSpPr>
            <a:spLocks noGrp="1"/>
          </p:cNvSpPr>
          <p:nvPr>
            <p:ph type="title"/>
          </p:nvPr>
        </p:nvSpPr>
        <p:spPr>
          <a:xfrm>
            <a:off x="540000" y="270000"/>
            <a:ext cx="8998920" cy="9889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17" name="PlaceHolder 2"/>
          <p:cNvSpPr>
            <a:spLocks noGrp="1"/>
          </p:cNvSpPr>
          <p:nvPr>
            <p:ph type="subTitle"/>
          </p:nvPr>
        </p:nvSpPr>
        <p:spPr>
          <a:xfrm>
            <a:off x="504000" y="1326600"/>
            <a:ext cx="9072000" cy="328860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6"/>
          </p:nvPr>
        </p:nvSpPr>
        <p:spPr/>
        <p:txBody>
          <a:bodyPr/>
          <a:p>
            <a:r>
              <a:t>Footer</a:t>
            </a:r>
          </a:p>
        </p:txBody>
      </p:sp>
      <p:sp>
        <p:nvSpPr>
          <p:cNvPr id="5" name="PlaceHolder 4"/>
          <p:cNvSpPr>
            <a:spLocks noGrp="1"/>
          </p:cNvSpPr>
          <p:nvPr>
            <p:ph type="sldNum" idx="17"/>
          </p:nvPr>
        </p:nvSpPr>
        <p:spPr/>
        <p:txBody>
          <a:bodyPr/>
          <a:p>
            <a:fld id="{8B1245B1-875F-4AD8-94D8-7AD56DEB33EC}" type="slidenum">
              <a:t>&lt;#&gt;</a:t>
            </a:fld>
          </a:p>
        </p:txBody>
      </p:sp>
      <p:sp>
        <p:nvSpPr>
          <p:cNvPr id="6" name="PlaceHolder 5"/>
          <p:cNvSpPr>
            <a:spLocks noGrp="1"/>
          </p:cNvSpPr>
          <p:nvPr>
            <p:ph type="dt" idx="18"/>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3.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4.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5.xml"/><Relationship Id="rId3" Type="http://schemas.openxmlformats.org/officeDocument/2006/relationships/slideLayout" Target="../slideLayouts/slideLayout6.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7.xml"/><Relationship Id="rId3" Type="http://schemas.openxmlformats.org/officeDocument/2006/relationships/slideLayout" Target="../slideLayouts/slideLayout8.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9.xml"/><Relationship Id="rId3" Type="http://schemas.openxmlformats.org/officeDocument/2006/relationships/slideLayout" Target="../slideLayouts/slideLayout1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
          <p:cNvSpPr/>
          <p:nvPr/>
        </p:nvSpPr>
        <p:spPr>
          <a:xfrm>
            <a:off x="0" y="0"/>
            <a:ext cx="10078920" cy="5668920"/>
          </a:xfrm>
          <a:prstGeom prst="rect">
            <a:avLst/>
          </a:prstGeom>
          <a:gradFill rotWithShape="0">
            <a:gsLst>
              <a:gs pos="30000">
                <a:srgbClr val="000032"/>
              </a:gs>
              <a:gs pos="100000">
                <a:srgbClr val="f60063"/>
              </a:gs>
            </a:gsLst>
            <a:lin ang="4200000"/>
          </a:gradFill>
          <a:ln w="0">
            <a:noFill/>
          </a:ln>
        </p:spPr>
        <p:style>
          <a:lnRef idx="0"/>
          <a:fillRef idx="0"/>
          <a:effectRef idx="0"/>
          <a:fontRef idx="minor"/>
        </p:style>
        <p:txBody>
          <a:bodyPr wrap="none" lIns="0" rIns="0" tIns="0" bIns="0" anchor="b">
            <a:noAutofit/>
          </a:bodyPr>
          <a:p>
            <a:endParaRPr b="0" lang="en-US" sz="2400" spc="-1" strike="noStrike">
              <a:solidFill>
                <a:srgbClr val="ffffff"/>
              </a:solidFill>
              <a:latin typeface="Arial"/>
              <a:ea typeface="DejaVu Sans"/>
            </a:endParaRPr>
          </a:p>
        </p:txBody>
      </p:sp>
      <p:sp>
        <p:nvSpPr>
          <p:cNvPr id="1" name=""/>
          <p:cNvSpPr/>
          <p:nvPr/>
        </p:nvSpPr>
        <p:spPr>
          <a:xfrm>
            <a:off x="1440000" y="1080000"/>
            <a:ext cx="1438920" cy="1258920"/>
          </a:xfrm>
          <a:prstGeom prst="ellipse">
            <a:avLst/>
          </a:prstGeom>
          <a:solidFill>
            <a:srgbClr val="ffffff">
              <a:alpha val="30000"/>
            </a:srgbClr>
          </a:solidFill>
          <a:ln w="0">
            <a:noFill/>
          </a:ln>
        </p:spPr>
        <p:style>
          <a:lnRef idx="0"/>
          <a:fillRef idx="0"/>
          <a:effectRef idx="0"/>
          <a:fontRef idx="minor"/>
        </p:style>
        <p:txBody>
          <a:bodyPr wrap="none" lIns="0" rIns="0" tIns="0" bIns="0" anchor="b">
            <a:noAutofit/>
          </a:bodyPr>
          <a:p>
            <a:endParaRPr b="0" lang="en-US" sz="2400" spc="-1" strike="noStrike">
              <a:solidFill>
                <a:srgbClr val="ffffff"/>
              </a:solidFill>
              <a:latin typeface="Arial"/>
              <a:ea typeface="DejaVu Sans"/>
            </a:endParaRPr>
          </a:p>
        </p:txBody>
      </p:sp>
      <p:sp>
        <p:nvSpPr>
          <p:cNvPr id="2" name=""/>
          <p:cNvSpPr/>
          <p:nvPr/>
        </p:nvSpPr>
        <p:spPr>
          <a:xfrm>
            <a:off x="7380000" y="3960000"/>
            <a:ext cx="1438920" cy="1258920"/>
          </a:xfrm>
          <a:prstGeom prst="ellipse">
            <a:avLst/>
          </a:prstGeom>
          <a:solidFill>
            <a:srgbClr val="ffffff">
              <a:alpha val="30000"/>
            </a:srgbClr>
          </a:solidFill>
          <a:ln w="0">
            <a:noFill/>
          </a:ln>
        </p:spPr>
        <p:style>
          <a:lnRef idx="0"/>
          <a:fillRef idx="0"/>
          <a:effectRef idx="0"/>
          <a:fontRef idx="minor"/>
        </p:style>
        <p:txBody>
          <a:bodyPr wrap="none" lIns="0" rIns="0" tIns="0" bIns="0" anchor="b">
            <a:noAutofit/>
          </a:bodyPr>
          <a:p>
            <a:endParaRPr b="0" lang="en-US" sz="2400" spc="-1" strike="noStrike">
              <a:solidFill>
                <a:srgbClr val="ffffff"/>
              </a:solidFill>
              <a:latin typeface="Arial"/>
              <a:ea typeface="DejaVu Sans"/>
            </a:endParaRPr>
          </a:p>
        </p:txBody>
      </p:sp>
      <p:sp>
        <p:nvSpPr>
          <p:cNvPr id="3" name=""/>
          <p:cNvSpPr/>
          <p:nvPr/>
        </p:nvSpPr>
        <p:spPr>
          <a:xfrm>
            <a:off x="9000000" y="2700000"/>
            <a:ext cx="1258920" cy="1078920"/>
          </a:xfrm>
          <a:prstGeom prst="ellipse">
            <a:avLst/>
          </a:prstGeom>
          <a:solidFill>
            <a:srgbClr val="ffffff">
              <a:alpha val="20000"/>
            </a:srgbClr>
          </a:solidFill>
          <a:ln w="0">
            <a:noFill/>
          </a:ln>
        </p:spPr>
        <p:style>
          <a:lnRef idx="0"/>
          <a:fillRef idx="0"/>
          <a:effectRef idx="0"/>
          <a:fontRef idx="minor"/>
        </p:style>
        <p:txBody>
          <a:bodyPr wrap="none" lIns="0" rIns="0" tIns="0" bIns="0" anchor="b">
            <a:noAutofit/>
          </a:bodyPr>
          <a:p>
            <a:endParaRPr b="0" lang="en-US" sz="2400" spc="-1" strike="noStrike">
              <a:solidFill>
                <a:srgbClr val="ffffff"/>
              </a:solidFill>
              <a:latin typeface="Arial"/>
              <a:ea typeface="DejaVu Sans"/>
            </a:endParaRPr>
          </a:p>
        </p:txBody>
      </p:sp>
      <p:sp>
        <p:nvSpPr>
          <p:cNvPr id="4" name=""/>
          <p:cNvSpPr/>
          <p:nvPr/>
        </p:nvSpPr>
        <p:spPr>
          <a:xfrm>
            <a:off x="-180000" y="2430000"/>
            <a:ext cx="1438920" cy="1348920"/>
          </a:xfrm>
          <a:prstGeom prst="ellipse">
            <a:avLst/>
          </a:prstGeom>
          <a:solidFill>
            <a:srgbClr val="ffffff">
              <a:alpha val="20000"/>
            </a:srgbClr>
          </a:solidFill>
          <a:ln w="0">
            <a:noFill/>
          </a:ln>
        </p:spPr>
        <p:style>
          <a:lnRef idx="0"/>
          <a:fillRef idx="0"/>
          <a:effectRef idx="0"/>
          <a:fontRef idx="minor"/>
        </p:style>
        <p:txBody>
          <a:bodyPr wrap="none" lIns="0" rIns="0" tIns="0" bIns="0" anchor="b">
            <a:noAutofit/>
          </a:bodyPr>
          <a:p>
            <a:endParaRPr b="0" lang="en-US" sz="2400" spc="-1" strike="noStrike">
              <a:solidFill>
                <a:srgbClr val="ffffff"/>
              </a:solidFill>
              <a:latin typeface="Arial"/>
              <a:ea typeface="DejaVu Sans"/>
            </a:endParaRPr>
          </a:p>
        </p:txBody>
      </p:sp>
      <p:sp>
        <p:nvSpPr>
          <p:cNvPr id="5" name=""/>
          <p:cNvSpPr/>
          <p:nvPr/>
        </p:nvSpPr>
        <p:spPr>
          <a:xfrm>
            <a:off x="540000" y="1080000"/>
            <a:ext cx="718920" cy="718920"/>
          </a:xfrm>
          <a:prstGeom prst="ellipse">
            <a:avLst/>
          </a:prstGeom>
          <a:solidFill>
            <a:srgbClr val="ffffff">
              <a:alpha val="20000"/>
            </a:srgbClr>
          </a:solidFill>
          <a:ln w="0">
            <a:noFill/>
          </a:ln>
        </p:spPr>
        <p:style>
          <a:lnRef idx="0"/>
          <a:fillRef idx="0"/>
          <a:effectRef idx="0"/>
          <a:fontRef idx="minor"/>
        </p:style>
        <p:txBody>
          <a:bodyPr wrap="none" lIns="0" rIns="0" tIns="0" bIns="0" anchor="b">
            <a:noAutofit/>
          </a:bodyPr>
          <a:p>
            <a:endParaRPr b="0" lang="en-US" sz="2400" spc="-1" strike="noStrike">
              <a:solidFill>
                <a:srgbClr val="ffffff"/>
              </a:solidFill>
              <a:latin typeface="Arial"/>
              <a:ea typeface="DejaVu Sans"/>
            </a:endParaRPr>
          </a:p>
        </p:txBody>
      </p:sp>
      <p:sp>
        <p:nvSpPr>
          <p:cNvPr id="6" name=""/>
          <p:cNvSpPr/>
          <p:nvPr/>
        </p:nvSpPr>
        <p:spPr>
          <a:xfrm>
            <a:off x="0" y="1260000"/>
            <a:ext cx="718920" cy="718920"/>
          </a:xfrm>
          <a:prstGeom prst="ellipse">
            <a:avLst/>
          </a:prstGeom>
          <a:solidFill>
            <a:srgbClr val="ffffff">
              <a:alpha val="10000"/>
            </a:srgbClr>
          </a:solidFill>
          <a:ln w="0">
            <a:noFill/>
          </a:ln>
        </p:spPr>
        <p:style>
          <a:lnRef idx="0"/>
          <a:fillRef idx="0"/>
          <a:effectRef idx="0"/>
          <a:fontRef idx="minor"/>
        </p:style>
        <p:txBody>
          <a:bodyPr wrap="none" lIns="0" rIns="0" tIns="0" bIns="0" anchor="b">
            <a:noAutofit/>
          </a:bodyPr>
          <a:p>
            <a:endParaRPr b="0" lang="en-US" sz="2400" spc="-1" strike="noStrike">
              <a:solidFill>
                <a:srgbClr val="ffffff"/>
              </a:solidFill>
              <a:latin typeface="Arial"/>
              <a:ea typeface="DejaVu Sans"/>
            </a:endParaRPr>
          </a:p>
        </p:txBody>
      </p:sp>
      <p:sp>
        <p:nvSpPr>
          <p:cNvPr id="7" name=""/>
          <p:cNvSpPr/>
          <p:nvPr/>
        </p:nvSpPr>
        <p:spPr>
          <a:xfrm>
            <a:off x="0" y="5220000"/>
            <a:ext cx="1618920" cy="1258920"/>
          </a:xfrm>
          <a:prstGeom prst="ellipse">
            <a:avLst/>
          </a:prstGeom>
          <a:solidFill>
            <a:srgbClr val="ffffff">
              <a:alpha val="15000"/>
            </a:srgbClr>
          </a:solidFill>
          <a:ln w="0">
            <a:noFill/>
          </a:ln>
        </p:spPr>
        <p:style>
          <a:lnRef idx="0"/>
          <a:fillRef idx="0"/>
          <a:effectRef idx="0"/>
          <a:fontRef idx="minor"/>
        </p:style>
        <p:txBody>
          <a:bodyPr wrap="none" lIns="0" rIns="0" tIns="0" bIns="0" anchor="b">
            <a:noAutofit/>
          </a:bodyPr>
          <a:p>
            <a:endParaRPr b="0" lang="en-US" sz="2400" spc="-1" strike="noStrike">
              <a:solidFill>
                <a:srgbClr val="ffffff"/>
              </a:solidFill>
              <a:latin typeface="Arial"/>
              <a:ea typeface="DejaVu Sans"/>
            </a:endParaRPr>
          </a:p>
        </p:txBody>
      </p:sp>
      <p:sp>
        <p:nvSpPr>
          <p:cNvPr id="8" name=""/>
          <p:cNvSpPr/>
          <p:nvPr/>
        </p:nvSpPr>
        <p:spPr>
          <a:xfrm>
            <a:off x="9720000" y="4680000"/>
            <a:ext cx="718920" cy="718920"/>
          </a:xfrm>
          <a:prstGeom prst="ellipse">
            <a:avLst/>
          </a:prstGeom>
          <a:solidFill>
            <a:srgbClr val="ffffff">
              <a:alpha val="30000"/>
            </a:srgbClr>
          </a:solidFill>
          <a:ln w="0">
            <a:noFill/>
          </a:ln>
        </p:spPr>
        <p:style>
          <a:lnRef idx="0"/>
          <a:fillRef idx="0"/>
          <a:effectRef idx="0"/>
          <a:fontRef idx="minor"/>
        </p:style>
        <p:txBody>
          <a:bodyPr wrap="none" lIns="0" rIns="0" tIns="0" bIns="0" anchor="b">
            <a:noAutofit/>
          </a:bodyPr>
          <a:p>
            <a:endParaRPr b="0" lang="en-US" sz="2400" spc="-1" strike="noStrike">
              <a:solidFill>
                <a:srgbClr val="ffffff"/>
              </a:solidFill>
              <a:latin typeface="Arial"/>
              <a:ea typeface="DejaVu Sans"/>
            </a:endParaRPr>
          </a:p>
        </p:txBody>
      </p:sp>
      <p:sp>
        <p:nvSpPr>
          <p:cNvPr id="9" name=""/>
          <p:cNvSpPr/>
          <p:nvPr/>
        </p:nvSpPr>
        <p:spPr>
          <a:xfrm>
            <a:off x="9540000" y="3420000"/>
            <a:ext cx="718920" cy="718920"/>
          </a:xfrm>
          <a:prstGeom prst="ellipse">
            <a:avLst/>
          </a:prstGeom>
          <a:solidFill>
            <a:srgbClr val="ffffff">
              <a:alpha val="10000"/>
            </a:srgbClr>
          </a:solidFill>
          <a:ln w="0">
            <a:noFill/>
          </a:ln>
        </p:spPr>
        <p:style>
          <a:lnRef idx="0"/>
          <a:fillRef idx="0"/>
          <a:effectRef idx="0"/>
          <a:fontRef idx="minor"/>
        </p:style>
        <p:txBody>
          <a:bodyPr wrap="none" lIns="0" rIns="0" tIns="0" bIns="0" anchor="b">
            <a:noAutofit/>
          </a:bodyPr>
          <a:p>
            <a:endParaRPr b="0" lang="en-US" sz="2400" spc="-1" strike="noStrike">
              <a:solidFill>
                <a:srgbClr val="ffffff"/>
              </a:solidFill>
              <a:latin typeface="Arial"/>
              <a:ea typeface="DejaVu Sans"/>
            </a:endParaRPr>
          </a:p>
        </p:txBody>
      </p:sp>
      <p:sp>
        <p:nvSpPr>
          <p:cNvPr id="10" name=""/>
          <p:cNvSpPr/>
          <p:nvPr/>
        </p:nvSpPr>
        <p:spPr>
          <a:xfrm>
            <a:off x="8100000" y="4680000"/>
            <a:ext cx="1078920" cy="841320"/>
          </a:xfrm>
          <a:prstGeom prst="ellipse">
            <a:avLst/>
          </a:prstGeom>
          <a:solidFill>
            <a:srgbClr val="ffffff">
              <a:alpha val="20000"/>
            </a:srgbClr>
          </a:solidFill>
          <a:ln w="0">
            <a:noFill/>
          </a:ln>
        </p:spPr>
        <p:style>
          <a:lnRef idx="0"/>
          <a:fillRef idx="0"/>
          <a:effectRef idx="0"/>
          <a:fontRef idx="minor"/>
        </p:style>
        <p:txBody>
          <a:bodyPr wrap="none" lIns="0" rIns="0" tIns="0" bIns="0" anchor="b">
            <a:noAutofit/>
          </a:bodyPr>
          <a:p>
            <a:endParaRPr b="0" lang="en-US" sz="2400" spc="-1" strike="noStrike">
              <a:solidFill>
                <a:srgbClr val="ffffff"/>
              </a:solidFill>
              <a:latin typeface="Arial"/>
              <a:ea typeface="DejaVu Sans"/>
            </a:endParaRPr>
          </a:p>
        </p:txBody>
      </p:sp>
      <p:sp>
        <p:nvSpPr>
          <p:cNvPr id="11" name=""/>
          <p:cNvSpPr/>
          <p:nvPr/>
        </p:nvSpPr>
        <p:spPr>
          <a:xfrm>
            <a:off x="7920000" y="5400000"/>
            <a:ext cx="898920" cy="898920"/>
          </a:xfrm>
          <a:prstGeom prst="ellipse">
            <a:avLst/>
          </a:prstGeom>
          <a:solidFill>
            <a:srgbClr val="ffffff">
              <a:alpha val="25000"/>
            </a:srgbClr>
          </a:solidFill>
          <a:ln w="0">
            <a:noFill/>
          </a:ln>
        </p:spPr>
        <p:style>
          <a:lnRef idx="0"/>
          <a:fillRef idx="0"/>
          <a:effectRef idx="0"/>
          <a:fontRef idx="minor"/>
        </p:style>
        <p:txBody>
          <a:bodyPr wrap="none" lIns="0" rIns="0" tIns="0" bIns="0" anchor="b">
            <a:noAutofit/>
          </a:bodyPr>
          <a:p>
            <a:endParaRPr b="0" lang="en-US" sz="2400" spc="-1" strike="noStrike">
              <a:solidFill>
                <a:srgbClr val="ffffff"/>
              </a:solidFill>
              <a:latin typeface="Arial"/>
              <a:ea typeface="DejaVu Sans"/>
            </a:endParaRPr>
          </a:p>
        </p:txBody>
      </p:sp>
      <p:sp>
        <p:nvSpPr>
          <p:cNvPr id="12" name="PlaceHolder 1"/>
          <p:cNvSpPr>
            <a:spLocks noGrp="1"/>
          </p:cNvSpPr>
          <p:nvPr>
            <p:ph type="title"/>
          </p:nvPr>
        </p:nvSpPr>
        <p:spPr>
          <a:xfrm>
            <a:off x="540000" y="270000"/>
            <a:ext cx="8998920" cy="98892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3" name="PlaceHolder 2"/>
          <p:cNvSpPr>
            <a:spLocks noGrp="1"/>
          </p:cNvSpPr>
          <p:nvPr>
            <p:ph type="ftr" idx="1"/>
          </p:nvPr>
        </p:nvSpPr>
        <p:spPr>
          <a:xfrm>
            <a:off x="3420000" y="5130000"/>
            <a:ext cx="3238920" cy="391320"/>
          </a:xfrm>
          <a:prstGeom prst="rect">
            <a:avLst/>
          </a:prstGeom>
          <a:noFill/>
          <a:ln w="0">
            <a:noFill/>
          </a:ln>
        </p:spPr>
        <p:txBody>
          <a:bodyPr lIns="0" rIns="0" tIns="0" bIns="0" anchor="b">
            <a:noAutofit/>
          </a:bodyPr>
          <a:lstStyle>
            <a:lvl1pPr indent="0" algn="ctr">
              <a:lnSpc>
                <a:spcPct val="100000"/>
              </a:lnSpc>
              <a:buNone/>
              <a:tabLst>
                <a:tab algn="l" pos="0"/>
              </a:tabLst>
              <a:defRPr b="0" lang="en-US" sz="1400" spc="-1" strike="noStrike">
                <a:solidFill>
                  <a:srgbClr val="ffffff"/>
                </a:solidFill>
                <a:latin typeface="Arial"/>
              </a:defRPr>
            </a:lvl1pPr>
          </a:lstStyle>
          <a:p>
            <a:pPr indent="0" algn="ctr">
              <a:lnSpc>
                <a:spcPct val="100000"/>
              </a:lnSpc>
              <a:buNone/>
              <a:tabLst>
                <a:tab algn="l" pos="0"/>
              </a:tabLst>
            </a:pPr>
            <a:r>
              <a:rPr b="0" lang="en-US" sz="1400" spc="-1" strike="noStrike">
                <a:solidFill>
                  <a:srgbClr val="ffffff"/>
                </a:solidFill>
                <a:latin typeface="Arial"/>
              </a:rPr>
              <a:t> </a:t>
            </a:r>
            <a:endParaRPr b="0" lang="en-US" sz="1400" spc="-1" strike="noStrike">
              <a:solidFill>
                <a:srgbClr val="000000"/>
              </a:solidFill>
              <a:latin typeface="Times New Roman"/>
            </a:endParaRPr>
          </a:p>
        </p:txBody>
      </p:sp>
      <p:sp>
        <p:nvSpPr>
          <p:cNvPr id="14" name="PlaceHolder 3"/>
          <p:cNvSpPr>
            <a:spLocks noGrp="1"/>
          </p:cNvSpPr>
          <p:nvPr>
            <p:ph type="sldNum" idx="2"/>
          </p:nvPr>
        </p:nvSpPr>
        <p:spPr>
          <a:xfrm>
            <a:off x="7560000" y="5130000"/>
            <a:ext cx="2338920" cy="39132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ffffff"/>
                </a:solidFill>
                <a:latin typeface="Arial"/>
              </a:defRPr>
            </a:lvl1pPr>
          </a:lstStyle>
          <a:p>
            <a:pPr indent="0" algn="r">
              <a:lnSpc>
                <a:spcPct val="100000"/>
              </a:lnSpc>
              <a:buNone/>
              <a:tabLst>
                <a:tab algn="l" pos="0"/>
              </a:tabLst>
            </a:pPr>
            <a:fld id="{1BE3F978-07F6-4F7F-8ADB-66A643177BFA}" type="slidenum">
              <a:rPr b="0" lang="en-US" sz="1400" spc="-1" strike="noStrike">
                <a:solidFill>
                  <a:srgbClr val="ffffff"/>
                </a:solidFill>
                <a:latin typeface="Arial"/>
              </a:rPr>
              <a:t>15</a:t>
            </a:fld>
            <a:endParaRPr b="0" lang="en-US" sz="1400" spc="-1" strike="noStrike">
              <a:solidFill>
                <a:srgbClr val="000000"/>
              </a:solidFill>
              <a:latin typeface="Times New Roman"/>
            </a:endParaRPr>
          </a:p>
        </p:txBody>
      </p:sp>
      <p:sp>
        <p:nvSpPr>
          <p:cNvPr id="15" name="PlaceHolder 4"/>
          <p:cNvSpPr>
            <a:spLocks noGrp="1"/>
          </p:cNvSpPr>
          <p:nvPr>
            <p:ph type="dt" idx="3"/>
          </p:nvPr>
        </p:nvSpPr>
        <p:spPr>
          <a:xfrm>
            <a:off x="180000" y="5130000"/>
            <a:ext cx="2338920" cy="39132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 </a:t>
            </a:r>
            <a:endParaRPr b="0" lang="en-US" sz="1400" spc="-1" strike="noStrike">
              <a:solidFill>
                <a:srgbClr val="000000"/>
              </a:solidFill>
              <a:latin typeface="Times New Roman"/>
            </a:endParaRPr>
          </a:p>
        </p:txBody>
      </p:sp>
      <p:sp>
        <p:nvSpPr>
          <p:cNvPr id="16"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 name=""/>
          <p:cNvSpPr/>
          <p:nvPr/>
        </p:nvSpPr>
        <p:spPr>
          <a:xfrm>
            <a:off x="360" y="360"/>
            <a:ext cx="10078920" cy="5668920"/>
          </a:xfrm>
          <a:prstGeom prst="rect">
            <a:avLst/>
          </a:prstGeom>
          <a:gradFill rotWithShape="0">
            <a:gsLst>
              <a:gs pos="30000">
                <a:srgbClr val="000032"/>
              </a:gs>
              <a:gs pos="100000">
                <a:srgbClr val="f60063"/>
              </a:gs>
            </a:gsLst>
            <a:lin ang="4200000"/>
          </a:gradFill>
          <a:ln w="0">
            <a:noFill/>
          </a:ln>
        </p:spPr>
        <p:style>
          <a:lnRef idx="0"/>
          <a:fillRef idx="0"/>
          <a:effectRef idx="0"/>
          <a:fontRef idx="minor"/>
        </p:style>
        <p:txBody>
          <a:bodyPr wrap="none" lIns="0" rIns="0" tIns="0" bIns="0" anchor="b">
            <a:noAutofit/>
          </a:bodyPr>
          <a:p>
            <a:endParaRPr b="0" lang="en-US" sz="2400" spc="-1" strike="noStrike">
              <a:solidFill>
                <a:srgbClr val="ffffff"/>
              </a:solidFill>
              <a:latin typeface="Arial"/>
              <a:ea typeface="DejaVu Sans"/>
            </a:endParaRPr>
          </a:p>
        </p:txBody>
      </p:sp>
      <p:sp>
        <p:nvSpPr>
          <p:cNvPr id="22" name=""/>
          <p:cNvSpPr/>
          <p:nvPr/>
        </p:nvSpPr>
        <p:spPr>
          <a:xfrm flipH="1">
            <a:off x="-3600" y="0"/>
            <a:ext cx="10079280" cy="5669280"/>
          </a:xfrm>
          <a:prstGeom prst="rect">
            <a:avLst/>
          </a:prstGeom>
          <a:gradFill rotWithShape="0">
            <a:gsLst>
              <a:gs pos="0">
                <a:srgbClr val="ffffff">
                  <a:alpha val="90000"/>
                </a:srgbClr>
              </a:gs>
              <a:gs pos="75000">
                <a:srgbClr val="ffffff">
                  <a:alpha val="20000"/>
                </a:srgbClr>
              </a:gs>
            </a:gsLst>
            <a:path path="circle">
              <a:fillToRect l="50000" t="85000" r="50000" b="15000"/>
            </a:path>
          </a:gradFill>
          <a:ln w="0">
            <a:noFill/>
          </a:ln>
        </p:spPr>
        <p:style>
          <a:lnRef idx="0"/>
          <a:fillRef idx="0"/>
          <a:effectRef idx="0"/>
          <a:fontRef idx="minor"/>
        </p:style>
        <p:txBody>
          <a:bodyPr wrap="none" lIns="0" rIns="0" tIns="0" bIns="0" anchor="b">
            <a:noAutofit/>
          </a:bodyPr>
          <a:p>
            <a:endParaRPr b="0" lang="en-US" sz="2400" spc="-1" strike="noStrike">
              <a:solidFill>
                <a:srgbClr val="ffffff"/>
              </a:solidFill>
              <a:latin typeface="Arial"/>
              <a:ea typeface="DejaVu Sans"/>
            </a:endParaRPr>
          </a:p>
        </p:txBody>
      </p:sp>
      <p:sp>
        <p:nvSpPr>
          <p:cNvPr id="23" name=""/>
          <p:cNvSpPr/>
          <p:nvPr/>
        </p:nvSpPr>
        <p:spPr>
          <a:xfrm>
            <a:off x="180360" y="5130360"/>
            <a:ext cx="2338920" cy="391320"/>
          </a:xfrm>
          <a:prstGeom prst="rect">
            <a:avLst/>
          </a:prstGeom>
          <a:noFill/>
          <a:ln w="0">
            <a:noFill/>
          </a:ln>
        </p:spPr>
        <p:style>
          <a:lnRef idx="0"/>
          <a:fillRef idx="0"/>
          <a:effectRef idx="0"/>
          <a:fontRef idx="minor"/>
        </p:style>
        <p:txBody>
          <a:bodyPr lIns="0" rIns="0" tIns="0" bIns="0" anchor="b">
            <a:noAutofit/>
          </a:bodyPr>
          <a:p>
            <a:pPr>
              <a:lnSpc>
                <a:spcPct val="100000"/>
              </a:lnSpc>
            </a:pPr>
            <a:r>
              <a:rPr b="0" lang="en-US" sz="1400" spc="-1" strike="noStrike">
                <a:solidFill>
                  <a:srgbClr val="ffffff"/>
                </a:solidFill>
                <a:latin typeface="Arial"/>
                <a:ea typeface="DejaVu Sans"/>
              </a:rPr>
              <a:t>&lt;date/time&gt;</a:t>
            </a:r>
            <a:endParaRPr b="0" lang="en-US" sz="1400" spc="-1" strike="noStrike">
              <a:solidFill>
                <a:srgbClr val="000000"/>
              </a:solidFill>
              <a:latin typeface="Arial"/>
            </a:endParaRPr>
          </a:p>
        </p:txBody>
      </p:sp>
      <p:sp>
        <p:nvSpPr>
          <p:cNvPr id="24" name=""/>
          <p:cNvSpPr/>
          <p:nvPr/>
        </p:nvSpPr>
        <p:spPr>
          <a:xfrm>
            <a:off x="7560360" y="5130360"/>
            <a:ext cx="2338920" cy="391320"/>
          </a:xfrm>
          <a:prstGeom prst="rect">
            <a:avLst/>
          </a:prstGeom>
          <a:noFill/>
          <a:ln w="0">
            <a:noFill/>
          </a:ln>
        </p:spPr>
        <p:style>
          <a:lnRef idx="0"/>
          <a:fillRef idx="0"/>
          <a:effectRef idx="0"/>
          <a:fontRef idx="minor"/>
        </p:style>
        <p:txBody>
          <a:bodyPr lIns="0" rIns="0" tIns="0" bIns="0" anchor="b">
            <a:noAutofit/>
          </a:bodyPr>
          <a:p>
            <a:pPr algn="r">
              <a:lnSpc>
                <a:spcPct val="100000"/>
              </a:lnSpc>
            </a:pPr>
            <a:fld id="{DFB94BB7-9046-45B3-B398-80AF67AAF3AD}" type="slidenum">
              <a:rPr b="0" lang="en-US" sz="1400" spc="-1" strike="noStrike">
                <a:solidFill>
                  <a:srgbClr val="ffffff"/>
                </a:solidFill>
                <a:latin typeface="Arial"/>
                <a:ea typeface="DejaVu Sans"/>
              </a:rPr>
              <a:t>&lt;number&gt;</a:t>
            </a:fld>
            <a:endParaRPr b="0" lang="en-US" sz="1400" spc="-1" strike="noStrike">
              <a:solidFill>
                <a:srgbClr val="000000"/>
              </a:solidFill>
              <a:latin typeface="Arial"/>
            </a:endParaRPr>
          </a:p>
        </p:txBody>
      </p:sp>
      <p:sp>
        <p:nvSpPr>
          <p:cNvPr id="25" name=""/>
          <p:cNvSpPr/>
          <p:nvPr/>
        </p:nvSpPr>
        <p:spPr>
          <a:xfrm>
            <a:off x="1440360" y="1080360"/>
            <a:ext cx="1438920" cy="1258920"/>
          </a:xfrm>
          <a:prstGeom prst="ellipse">
            <a:avLst/>
          </a:prstGeom>
          <a:solidFill>
            <a:srgbClr val="ffffff">
              <a:alpha val="30000"/>
            </a:srgbClr>
          </a:solidFill>
          <a:ln w="0">
            <a:noFill/>
          </a:ln>
        </p:spPr>
        <p:style>
          <a:lnRef idx="0"/>
          <a:fillRef idx="0"/>
          <a:effectRef idx="0"/>
          <a:fontRef idx="minor"/>
        </p:style>
        <p:txBody>
          <a:bodyPr wrap="none" lIns="0" rIns="0" tIns="0" bIns="0" anchor="b">
            <a:noAutofit/>
          </a:bodyPr>
          <a:p>
            <a:endParaRPr b="0" lang="en-US" sz="2400" spc="-1" strike="noStrike">
              <a:solidFill>
                <a:srgbClr val="ffffff"/>
              </a:solidFill>
              <a:latin typeface="Arial"/>
              <a:ea typeface="DejaVu Sans"/>
            </a:endParaRPr>
          </a:p>
        </p:txBody>
      </p:sp>
      <p:sp>
        <p:nvSpPr>
          <p:cNvPr id="26" name=""/>
          <p:cNvSpPr/>
          <p:nvPr/>
        </p:nvSpPr>
        <p:spPr>
          <a:xfrm>
            <a:off x="7380360" y="3960360"/>
            <a:ext cx="1438920" cy="1258920"/>
          </a:xfrm>
          <a:prstGeom prst="ellipse">
            <a:avLst/>
          </a:prstGeom>
          <a:solidFill>
            <a:srgbClr val="ffffff">
              <a:alpha val="30000"/>
            </a:srgbClr>
          </a:solidFill>
          <a:ln w="0">
            <a:noFill/>
          </a:ln>
        </p:spPr>
        <p:style>
          <a:lnRef idx="0"/>
          <a:fillRef idx="0"/>
          <a:effectRef idx="0"/>
          <a:fontRef idx="minor"/>
        </p:style>
        <p:txBody>
          <a:bodyPr wrap="none" lIns="0" rIns="0" tIns="0" bIns="0" anchor="b">
            <a:noAutofit/>
          </a:bodyPr>
          <a:p>
            <a:endParaRPr b="0" lang="en-US" sz="2400" spc="-1" strike="noStrike">
              <a:solidFill>
                <a:srgbClr val="ffffff"/>
              </a:solidFill>
              <a:latin typeface="Arial"/>
              <a:ea typeface="DejaVu Sans"/>
            </a:endParaRPr>
          </a:p>
        </p:txBody>
      </p:sp>
      <p:sp>
        <p:nvSpPr>
          <p:cNvPr id="27" name=""/>
          <p:cNvSpPr/>
          <p:nvPr/>
        </p:nvSpPr>
        <p:spPr>
          <a:xfrm>
            <a:off x="9000360" y="2700360"/>
            <a:ext cx="1258920" cy="1078920"/>
          </a:xfrm>
          <a:prstGeom prst="ellipse">
            <a:avLst/>
          </a:prstGeom>
          <a:solidFill>
            <a:srgbClr val="ffffff">
              <a:alpha val="20000"/>
            </a:srgbClr>
          </a:solidFill>
          <a:ln w="0">
            <a:noFill/>
          </a:ln>
        </p:spPr>
        <p:style>
          <a:lnRef idx="0"/>
          <a:fillRef idx="0"/>
          <a:effectRef idx="0"/>
          <a:fontRef idx="minor"/>
        </p:style>
        <p:txBody>
          <a:bodyPr wrap="none" lIns="0" rIns="0" tIns="0" bIns="0" anchor="b">
            <a:noAutofit/>
          </a:bodyPr>
          <a:p>
            <a:endParaRPr b="0" lang="en-US" sz="2400" spc="-1" strike="noStrike">
              <a:solidFill>
                <a:srgbClr val="ffffff"/>
              </a:solidFill>
              <a:latin typeface="Arial"/>
              <a:ea typeface="DejaVu Sans"/>
            </a:endParaRPr>
          </a:p>
        </p:txBody>
      </p:sp>
      <p:sp>
        <p:nvSpPr>
          <p:cNvPr id="28" name=""/>
          <p:cNvSpPr/>
          <p:nvPr/>
        </p:nvSpPr>
        <p:spPr>
          <a:xfrm>
            <a:off x="-179640" y="2430360"/>
            <a:ext cx="1438920" cy="1348920"/>
          </a:xfrm>
          <a:prstGeom prst="ellipse">
            <a:avLst/>
          </a:prstGeom>
          <a:solidFill>
            <a:srgbClr val="ffffff">
              <a:alpha val="20000"/>
            </a:srgbClr>
          </a:solidFill>
          <a:ln w="0">
            <a:noFill/>
          </a:ln>
        </p:spPr>
        <p:style>
          <a:lnRef idx="0"/>
          <a:fillRef idx="0"/>
          <a:effectRef idx="0"/>
          <a:fontRef idx="minor"/>
        </p:style>
        <p:txBody>
          <a:bodyPr wrap="none" lIns="0" rIns="0" tIns="0" bIns="0" anchor="b">
            <a:noAutofit/>
          </a:bodyPr>
          <a:p>
            <a:endParaRPr b="0" lang="en-US" sz="2400" spc="-1" strike="noStrike">
              <a:solidFill>
                <a:srgbClr val="ffffff"/>
              </a:solidFill>
              <a:latin typeface="Arial"/>
              <a:ea typeface="DejaVu Sans"/>
            </a:endParaRPr>
          </a:p>
        </p:txBody>
      </p:sp>
      <p:sp>
        <p:nvSpPr>
          <p:cNvPr id="29" name=""/>
          <p:cNvSpPr/>
          <p:nvPr/>
        </p:nvSpPr>
        <p:spPr>
          <a:xfrm>
            <a:off x="540360" y="1080360"/>
            <a:ext cx="718920" cy="718920"/>
          </a:xfrm>
          <a:prstGeom prst="ellipse">
            <a:avLst/>
          </a:prstGeom>
          <a:solidFill>
            <a:srgbClr val="ffffff">
              <a:alpha val="20000"/>
            </a:srgbClr>
          </a:solidFill>
          <a:ln w="0">
            <a:noFill/>
          </a:ln>
        </p:spPr>
        <p:style>
          <a:lnRef idx="0"/>
          <a:fillRef idx="0"/>
          <a:effectRef idx="0"/>
          <a:fontRef idx="minor"/>
        </p:style>
        <p:txBody>
          <a:bodyPr wrap="none" lIns="0" rIns="0" tIns="0" bIns="0" anchor="b">
            <a:noAutofit/>
          </a:bodyPr>
          <a:p>
            <a:endParaRPr b="0" lang="en-US" sz="2400" spc="-1" strike="noStrike">
              <a:solidFill>
                <a:srgbClr val="ffffff"/>
              </a:solidFill>
              <a:latin typeface="Arial"/>
              <a:ea typeface="DejaVu Sans"/>
            </a:endParaRPr>
          </a:p>
        </p:txBody>
      </p:sp>
      <p:sp>
        <p:nvSpPr>
          <p:cNvPr id="30" name=""/>
          <p:cNvSpPr/>
          <p:nvPr/>
        </p:nvSpPr>
        <p:spPr>
          <a:xfrm>
            <a:off x="360" y="1260360"/>
            <a:ext cx="718920" cy="718920"/>
          </a:xfrm>
          <a:prstGeom prst="ellipse">
            <a:avLst/>
          </a:prstGeom>
          <a:solidFill>
            <a:srgbClr val="ffffff">
              <a:alpha val="10000"/>
            </a:srgbClr>
          </a:solidFill>
          <a:ln w="0">
            <a:noFill/>
          </a:ln>
        </p:spPr>
        <p:style>
          <a:lnRef idx="0"/>
          <a:fillRef idx="0"/>
          <a:effectRef idx="0"/>
          <a:fontRef idx="minor"/>
        </p:style>
        <p:txBody>
          <a:bodyPr wrap="none" lIns="0" rIns="0" tIns="0" bIns="0" anchor="b">
            <a:noAutofit/>
          </a:bodyPr>
          <a:p>
            <a:endParaRPr b="0" lang="en-US" sz="2400" spc="-1" strike="noStrike">
              <a:solidFill>
                <a:srgbClr val="ffffff"/>
              </a:solidFill>
              <a:latin typeface="Arial"/>
              <a:ea typeface="DejaVu Sans"/>
            </a:endParaRPr>
          </a:p>
        </p:txBody>
      </p:sp>
      <p:sp>
        <p:nvSpPr>
          <p:cNvPr id="31" name=""/>
          <p:cNvSpPr/>
          <p:nvPr/>
        </p:nvSpPr>
        <p:spPr>
          <a:xfrm>
            <a:off x="360" y="5220360"/>
            <a:ext cx="1618920" cy="1258920"/>
          </a:xfrm>
          <a:prstGeom prst="ellipse">
            <a:avLst/>
          </a:prstGeom>
          <a:solidFill>
            <a:srgbClr val="ffffff">
              <a:alpha val="15000"/>
            </a:srgbClr>
          </a:solidFill>
          <a:ln w="0">
            <a:noFill/>
          </a:ln>
        </p:spPr>
        <p:style>
          <a:lnRef idx="0"/>
          <a:fillRef idx="0"/>
          <a:effectRef idx="0"/>
          <a:fontRef idx="minor"/>
        </p:style>
        <p:txBody>
          <a:bodyPr wrap="none" lIns="0" rIns="0" tIns="0" bIns="0" anchor="b">
            <a:noAutofit/>
          </a:bodyPr>
          <a:p>
            <a:endParaRPr b="0" lang="en-US" sz="2400" spc="-1" strike="noStrike">
              <a:solidFill>
                <a:srgbClr val="ffffff"/>
              </a:solidFill>
              <a:latin typeface="Arial"/>
              <a:ea typeface="DejaVu Sans"/>
            </a:endParaRPr>
          </a:p>
        </p:txBody>
      </p:sp>
      <p:sp>
        <p:nvSpPr>
          <p:cNvPr id="32" name=""/>
          <p:cNvSpPr/>
          <p:nvPr/>
        </p:nvSpPr>
        <p:spPr>
          <a:xfrm>
            <a:off x="9720360" y="4680360"/>
            <a:ext cx="718920" cy="718920"/>
          </a:xfrm>
          <a:prstGeom prst="ellipse">
            <a:avLst/>
          </a:prstGeom>
          <a:solidFill>
            <a:srgbClr val="ffffff">
              <a:alpha val="30000"/>
            </a:srgbClr>
          </a:solidFill>
          <a:ln w="0">
            <a:noFill/>
          </a:ln>
        </p:spPr>
        <p:style>
          <a:lnRef idx="0"/>
          <a:fillRef idx="0"/>
          <a:effectRef idx="0"/>
          <a:fontRef idx="minor"/>
        </p:style>
        <p:txBody>
          <a:bodyPr wrap="none" lIns="0" rIns="0" tIns="0" bIns="0" anchor="b">
            <a:noAutofit/>
          </a:bodyPr>
          <a:p>
            <a:endParaRPr b="0" lang="en-US" sz="2400" spc="-1" strike="noStrike">
              <a:solidFill>
                <a:srgbClr val="ffffff"/>
              </a:solidFill>
              <a:latin typeface="Arial"/>
              <a:ea typeface="DejaVu Sans"/>
            </a:endParaRPr>
          </a:p>
        </p:txBody>
      </p:sp>
      <p:sp>
        <p:nvSpPr>
          <p:cNvPr id="33" name=""/>
          <p:cNvSpPr/>
          <p:nvPr/>
        </p:nvSpPr>
        <p:spPr>
          <a:xfrm>
            <a:off x="9540360" y="3420360"/>
            <a:ext cx="718920" cy="718920"/>
          </a:xfrm>
          <a:prstGeom prst="ellipse">
            <a:avLst/>
          </a:prstGeom>
          <a:solidFill>
            <a:srgbClr val="ffffff">
              <a:alpha val="10000"/>
            </a:srgbClr>
          </a:solidFill>
          <a:ln w="0">
            <a:noFill/>
          </a:ln>
        </p:spPr>
        <p:style>
          <a:lnRef idx="0"/>
          <a:fillRef idx="0"/>
          <a:effectRef idx="0"/>
          <a:fontRef idx="minor"/>
        </p:style>
        <p:txBody>
          <a:bodyPr wrap="none" lIns="0" rIns="0" tIns="0" bIns="0" anchor="b">
            <a:noAutofit/>
          </a:bodyPr>
          <a:p>
            <a:endParaRPr b="0" lang="en-US" sz="2400" spc="-1" strike="noStrike">
              <a:solidFill>
                <a:srgbClr val="ffffff"/>
              </a:solidFill>
              <a:latin typeface="Arial"/>
              <a:ea typeface="DejaVu Sans"/>
            </a:endParaRPr>
          </a:p>
        </p:txBody>
      </p:sp>
      <p:sp>
        <p:nvSpPr>
          <p:cNvPr id="34" name=""/>
          <p:cNvSpPr/>
          <p:nvPr/>
        </p:nvSpPr>
        <p:spPr>
          <a:xfrm>
            <a:off x="8100360" y="4680360"/>
            <a:ext cx="1078920" cy="841320"/>
          </a:xfrm>
          <a:prstGeom prst="ellipse">
            <a:avLst/>
          </a:prstGeom>
          <a:solidFill>
            <a:srgbClr val="ffffff">
              <a:alpha val="20000"/>
            </a:srgbClr>
          </a:solidFill>
          <a:ln w="0">
            <a:noFill/>
          </a:ln>
        </p:spPr>
        <p:style>
          <a:lnRef idx="0"/>
          <a:fillRef idx="0"/>
          <a:effectRef idx="0"/>
          <a:fontRef idx="minor"/>
        </p:style>
        <p:txBody>
          <a:bodyPr wrap="none" lIns="0" rIns="0" tIns="0" bIns="0" anchor="b">
            <a:noAutofit/>
          </a:bodyPr>
          <a:p>
            <a:endParaRPr b="0" lang="en-US" sz="2400" spc="-1" strike="noStrike">
              <a:solidFill>
                <a:srgbClr val="ffffff"/>
              </a:solidFill>
              <a:latin typeface="Arial"/>
              <a:ea typeface="DejaVu Sans"/>
            </a:endParaRPr>
          </a:p>
        </p:txBody>
      </p:sp>
      <p:sp>
        <p:nvSpPr>
          <p:cNvPr id="35" name=""/>
          <p:cNvSpPr/>
          <p:nvPr/>
        </p:nvSpPr>
        <p:spPr>
          <a:xfrm>
            <a:off x="7920360" y="5400360"/>
            <a:ext cx="898920" cy="898920"/>
          </a:xfrm>
          <a:prstGeom prst="ellipse">
            <a:avLst/>
          </a:prstGeom>
          <a:solidFill>
            <a:srgbClr val="ffffff">
              <a:alpha val="25000"/>
            </a:srgbClr>
          </a:solidFill>
          <a:ln w="0">
            <a:noFill/>
          </a:ln>
        </p:spPr>
        <p:style>
          <a:lnRef idx="0"/>
          <a:fillRef idx="0"/>
          <a:effectRef idx="0"/>
          <a:fontRef idx="minor"/>
        </p:style>
        <p:txBody>
          <a:bodyPr wrap="none" lIns="0" rIns="0" tIns="0" bIns="0" anchor="b">
            <a:noAutofit/>
          </a:bodyPr>
          <a:p>
            <a:endParaRPr b="0" lang="en-US" sz="2400" spc="-1" strike="noStrike">
              <a:solidFill>
                <a:srgbClr val="ffffff"/>
              </a:solidFill>
              <a:latin typeface="Arial"/>
              <a:ea typeface="DejaVu Sans"/>
            </a:endParaRPr>
          </a:p>
        </p:txBody>
      </p:sp>
      <p:sp>
        <p:nvSpPr>
          <p:cNvPr id="36" name="PlaceHolder 1"/>
          <p:cNvSpPr>
            <a:spLocks noGrp="1"/>
          </p:cNvSpPr>
          <p:nvPr>
            <p:ph type="title"/>
          </p:nvPr>
        </p:nvSpPr>
        <p:spPr>
          <a:xfrm>
            <a:off x="540000" y="270000"/>
            <a:ext cx="8998920" cy="98892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7" name="PlaceHolder 2"/>
          <p:cNvSpPr>
            <a:spLocks noGrp="1"/>
          </p:cNvSpPr>
          <p:nvPr>
            <p:ph type="ftr" idx="4"/>
          </p:nvPr>
        </p:nvSpPr>
        <p:spPr>
          <a:xfrm>
            <a:off x="3420000" y="5130000"/>
            <a:ext cx="3238920" cy="391320"/>
          </a:xfrm>
          <a:prstGeom prst="rect">
            <a:avLst/>
          </a:prstGeom>
          <a:noFill/>
          <a:ln w="0">
            <a:noFill/>
          </a:ln>
        </p:spPr>
        <p:txBody>
          <a:bodyPr lIns="0" rIns="0" tIns="0" bIns="0" anchor="b">
            <a:noAutofit/>
          </a:bodyPr>
          <a:lstStyle>
            <a:lvl1pPr indent="0" algn="ctr">
              <a:lnSpc>
                <a:spcPct val="100000"/>
              </a:lnSpc>
              <a:buNone/>
              <a:tabLst>
                <a:tab algn="l" pos="0"/>
              </a:tabLst>
              <a:defRPr b="0" lang="en-US" sz="1400" spc="-1" strike="noStrike">
                <a:solidFill>
                  <a:srgbClr val="ffffff"/>
                </a:solidFill>
                <a:latin typeface="Arial"/>
              </a:defRPr>
            </a:lvl1pPr>
          </a:lstStyle>
          <a:p>
            <a:pPr indent="0" algn="ctr">
              <a:lnSpc>
                <a:spcPct val="100000"/>
              </a:lnSpc>
              <a:buNone/>
              <a:tabLst>
                <a:tab algn="l" pos="0"/>
              </a:tabLst>
            </a:pPr>
            <a:r>
              <a:rPr b="0" lang="en-US" sz="1400" spc="-1" strike="noStrike">
                <a:solidFill>
                  <a:srgbClr val="ffffff"/>
                </a:solidFill>
                <a:latin typeface="Arial"/>
              </a:rPr>
              <a:t>&lt;footer&gt;</a:t>
            </a:r>
            <a:endParaRPr b="0" lang="en-US" sz="1400" spc="-1" strike="noStrike">
              <a:solidFill>
                <a:srgbClr val="000000"/>
              </a:solidFill>
              <a:latin typeface="Times New Roman"/>
            </a:endParaRPr>
          </a:p>
        </p:txBody>
      </p:sp>
      <p:sp>
        <p:nvSpPr>
          <p:cNvPr id="38" name="PlaceHolder 3"/>
          <p:cNvSpPr>
            <a:spLocks noGrp="1"/>
          </p:cNvSpPr>
          <p:nvPr>
            <p:ph type="sldNum" idx="5"/>
          </p:nvPr>
        </p:nvSpPr>
        <p:spPr>
          <a:xfrm>
            <a:off x="7560000" y="5130000"/>
            <a:ext cx="2338920" cy="39132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ffffff"/>
                </a:solidFill>
                <a:latin typeface="Arial"/>
              </a:defRPr>
            </a:lvl1pPr>
          </a:lstStyle>
          <a:p>
            <a:pPr indent="0" algn="r">
              <a:lnSpc>
                <a:spcPct val="100000"/>
              </a:lnSpc>
              <a:buNone/>
              <a:tabLst>
                <a:tab algn="l" pos="0"/>
              </a:tabLst>
            </a:pPr>
            <a:fld id="{F6C63E05-2F27-4650-AD5F-97D294391651}" type="slidenum">
              <a:rPr b="0" lang="en-US" sz="1400" spc="-1" strike="noStrike">
                <a:solidFill>
                  <a:srgbClr val="ffffff"/>
                </a:solidFill>
                <a:latin typeface="Arial"/>
              </a:rPr>
              <a:t>&lt;number&gt;</a:t>
            </a:fld>
            <a:endParaRPr b="0" lang="en-US" sz="1400" spc="-1" strike="noStrike">
              <a:solidFill>
                <a:srgbClr val="000000"/>
              </a:solidFill>
              <a:latin typeface="Times New Roman"/>
            </a:endParaRPr>
          </a:p>
        </p:txBody>
      </p:sp>
      <p:sp>
        <p:nvSpPr>
          <p:cNvPr id="39" name="PlaceHolder 4"/>
          <p:cNvSpPr>
            <a:spLocks noGrp="1"/>
          </p:cNvSpPr>
          <p:nvPr>
            <p:ph type="dt" idx="6"/>
          </p:nvPr>
        </p:nvSpPr>
        <p:spPr>
          <a:xfrm>
            <a:off x="180000" y="5130000"/>
            <a:ext cx="2338920" cy="39132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2"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
          <p:cNvSpPr/>
          <p:nvPr/>
        </p:nvSpPr>
        <p:spPr>
          <a:xfrm>
            <a:off x="360" y="360"/>
            <a:ext cx="10078920" cy="5668920"/>
          </a:xfrm>
          <a:prstGeom prst="rect">
            <a:avLst/>
          </a:prstGeom>
          <a:gradFill rotWithShape="0">
            <a:gsLst>
              <a:gs pos="30000">
                <a:srgbClr val="000032"/>
              </a:gs>
              <a:gs pos="100000">
                <a:srgbClr val="f60063"/>
              </a:gs>
            </a:gsLst>
            <a:lin ang="4200000"/>
          </a:gradFill>
          <a:ln w="0">
            <a:noFill/>
          </a:ln>
        </p:spPr>
        <p:style>
          <a:lnRef idx="0"/>
          <a:fillRef idx="0"/>
          <a:effectRef idx="0"/>
          <a:fontRef idx="minor"/>
        </p:style>
        <p:txBody>
          <a:bodyPr wrap="none" lIns="0" rIns="0" tIns="0" bIns="0" anchor="b">
            <a:noAutofit/>
          </a:bodyPr>
          <a:p>
            <a:endParaRPr b="0" lang="en-US" sz="2400" spc="-1" strike="noStrike">
              <a:solidFill>
                <a:srgbClr val="ffffff"/>
              </a:solidFill>
              <a:latin typeface="Arial"/>
              <a:ea typeface="DejaVu Sans"/>
            </a:endParaRPr>
          </a:p>
        </p:txBody>
      </p:sp>
      <p:sp>
        <p:nvSpPr>
          <p:cNvPr id="43" name=""/>
          <p:cNvSpPr/>
          <p:nvPr/>
        </p:nvSpPr>
        <p:spPr>
          <a:xfrm flipH="1">
            <a:off x="-3600" y="0"/>
            <a:ext cx="10079280" cy="5669280"/>
          </a:xfrm>
          <a:prstGeom prst="rect">
            <a:avLst/>
          </a:prstGeom>
          <a:gradFill rotWithShape="0">
            <a:gsLst>
              <a:gs pos="0">
                <a:srgbClr val="ffffff">
                  <a:alpha val="90000"/>
                </a:srgbClr>
              </a:gs>
              <a:gs pos="75000">
                <a:srgbClr val="ffffff">
                  <a:alpha val="20000"/>
                </a:srgbClr>
              </a:gs>
            </a:gsLst>
            <a:path path="circle">
              <a:fillToRect l="50000" t="85000" r="50000" b="15000"/>
            </a:path>
          </a:gradFill>
          <a:ln w="0">
            <a:noFill/>
          </a:ln>
        </p:spPr>
        <p:style>
          <a:lnRef idx="0"/>
          <a:fillRef idx="0"/>
          <a:effectRef idx="0"/>
          <a:fontRef idx="minor"/>
        </p:style>
        <p:txBody>
          <a:bodyPr wrap="none" lIns="0" rIns="0" tIns="0" bIns="0" anchor="b">
            <a:noAutofit/>
          </a:bodyPr>
          <a:p>
            <a:endParaRPr b="0" lang="en-US" sz="2400" spc="-1" strike="noStrike">
              <a:solidFill>
                <a:srgbClr val="ffffff"/>
              </a:solidFill>
              <a:latin typeface="Arial"/>
              <a:ea typeface="DejaVu Sans"/>
            </a:endParaRPr>
          </a:p>
        </p:txBody>
      </p:sp>
      <p:sp>
        <p:nvSpPr>
          <p:cNvPr id="44" name=""/>
          <p:cNvSpPr/>
          <p:nvPr/>
        </p:nvSpPr>
        <p:spPr>
          <a:xfrm>
            <a:off x="180360" y="5130360"/>
            <a:ext cx="2338920" cy="391320"/>
          </a:xfrm>
          <a:prstGeom prst="rect">
            <a:avLst/>
          </a:prstGeom>
          <a:noFill/>
          <a:ln w="0">
            <a:noFill/>
          </a:ln>
        </p:spPr>
        <p:style>
          <a:lnRef idx="0"/>
          <a:fillRef idx="0"/>
          <a:effectRef idx="0"/>
          <a:fontRef idx="minor"/>
        </p:style>
        <p:txBody>
          <a:bodyPr lIns="0" rIns="0" tIns="0" bIns="0" anchor="b">
            <a:noAutofit/>
          </a:bodyPr>
          <a:p>
            <a:pPr>
              <a:lnSpc>
                <a:spcPct val="100000"/>
              </a:lnSpc>
            </a:pPr>
            <a:r>
              <a:rPr b="0" lang="en-US" sz="1400" spc="-1" strike="noStrike">
                <a:solidFill>
                  <a:srgbClr val="ffffff"/>
                </a:solidFill>
                <a:latin typeface="Arial"/>
                <a:ea typeface="DejaVu Sans"/>
              </a:rPr>
              <a:t>&lt;date/time&gt;</a:t>
            </a:r>
            <a:endParaRPr b="0" lang="en-US" sz="1400" spc="-1" strike="noStrike">
              <a:solidFill>
                <a:srgbClr val="000000"/>
              </a:solidFill>
              <a:latin typeface="Arial"/>
            </a:endParaRPr>
          </a:p>
        </p:txBody>
      </p:sp>
      <p:sp>
        <p:nvSpPr>
          <p:cNvPr id="45" name=""/>
          <p:cNvSpPr/>
          <p:nvPr/>
        </p:nvSpPr>
        <p:spPr>
          <a:xfrm>
            <a:off x="7560360" y="5130360"/>
            <a:ext cx="2338920" cy="391320"/>
          </a:xfrm>
          <a:prstGeom prst="rect">
            <a:avLst/>
          </a:prstGeom>
          <a:noFill/>
          <a:ln w="0">
            <a:noFill/>
          </a:ln>
        </p:spPr>
        <p:style>
          <a:lnRef idx="0"/>
          <a:fillRef idx="0"/>
          <a:effectRef idx="0"/>
          <a:fontRef idx="minor"/>
        </p:style>
        <p:txBody>
          <a:bodyPr lIns="0" rIns="0" tIns="0" bIns="0" anchor="b">
            <a:noAutofit/>
          </a:bodyPr>
          <a:p>
            <a:pPr algn="r">
              <a:lnSpc>
                <a:spcPct val="100000"/>
              </a:lnSpc>
            </a:pPr>
            <a:fld id="{1698C092-9377-48D3-8330-6511242DDC44}" type="slidenum">
              <a:rPr b="0" lang="en-US" sz="1400" spc="-1" strike="noStrike">
                <a:solidFill>
                  <a:srgbClr val="ffffff"/>
                </a:solidFill>
                <a:latin typeface="Arial"/>
                <a:ea typeface="DejaVu Sans"/>
              </a:rPr>
              <a:t>&lt;number&gt;</a:t>
            </a:fld>
            <a:endParaRPr b="0" lang="en-US" sz="1400" spc="-1" strike="noStrike">
              <a:solidFill>
                <a:srgbClr val="000000"/>
              </a:solidFill>
              <a:latin typeface="Arial"/>
            </a:endParaRPr>
          </a:p>
        </p:txBody>
      </p:sp>
      <p:sp>
        <p:nvSpPr>
          <p:cNvPr id="46" name=""/>
          <p:cNvSpPr/>
          <p:nvPr/>
        </p:nvSpPr>
        <p:spPr>
          <a:xfrm>
            <a:off x="1440360" y="1080360"/>
            <a:ext cx="1438920" cy="1258920"/>
          </a:xfrm>
          <a:prstGeom prst="ellipse">
            <a:avLst/>
          </a:prstGeom>
          <a:solidFill>
            <a:srgbClr val="ffffff">
              <a:alpha val="30000"/>
            </a:srgbClr>
          </a:solidFill>
          <a:ln w="0">
            <a:noFill/>
          </a:ln>
        </p:spPr>
        <p:style>
          <a:lnRef idx="0"/>
          <a:fillRef idx="0"/>
          <a:effectRef idx="0"/>
          <a:fontRef idx="minor"/>
        </p:style>
        <p:txBody>
          <a:bodyPr wrap="none" lIns="0" rIns="0" tIns="0" bIns="0" anchor="b">
            <a:noAutofit/>
          </a:bodyPr>
          <a:p>
            <a:endParaRPr b="0" lang="en-US" sz="2400" spc="-1" strike="noStrike">
              <a:solidFill>
                <a:srgbClr val="ffffff"/>
              </a:solidFill>
              <a:latin typeface="Arial"/>
              <a:ea typeface="DejaVu Sans"/>
            </a:endParaRPr>
          </a:p>
        </p:txBody>
      </p:sp>
      <p:sp>
        <p:nvSpPr>
          <p:cNvPr id="47" name=""/>
          <p:cNvSpPr/>
          <p:nvPr/>
        </p:nvSpPr>
        <p:spPr>
          <a:xfrm>
            <a:off x="7380360" y="3960360"/>
            <a:ext cx="1438920" cy="1258920"/>
          </a:xfrm>
          <a:prstGeom prst="ellipse">
            <a:avLst/>
          </a:prstGeom>
          <a:solidFill>
            <a:srgbClr val="ffffff">
              <a:alpha val="30000"/>
            </a:srgbClr>
          </a:solidFill>
          <a:ln w="0">
            <a:noFill/>
          </a:ln>
        </p:spPr>
        <p:style>
          <a:lnRef idx="0"/>
          <a:fillRef idx="0"/>
          <a:effectRef idx="0"/>
          <a:fontRef idx="minor"/>
        </p:style>
        <p:txBody>
          <a:bodyPr wrap="none" lIns="0" rIns="0" tIns="0" bIns="0" anchor="b">
            <a:noAutofit/>
          </a:bodyPr>
          <a:p>
            <a:endParaRPr b="0" lang="en-US" sz="2400" spc="-1" strike="noStrike">
              <a:solidFill>
                <a:srgbClr val="ffffff"/>
              </a:solidFill>
              <a:latin typeface="Arial"/>
              <a:ea typeface="DejaVu Sans"/>
            </a:endParaRPr>
          </a:p>
        </p:txBody>
      </p:sp>
      <p:sp>
        <p:nvSpPr>
          <p:cNvPr id="48" name=""/>
          <p:cNvSpPr/>
          <p:nvPr/>
        </p:nvSpPr>
        <p:spPr>
          <a:xfrm>
            <a:off x="9000360" y="2700360"/>
            <a:ext cx="1258920" cy="1078920"/>
          </a:xfrm>
          <a:prstGeom prst="ellipse">
            <a:avLst/>
          </a:prstGeom>
          <a:solidFill>
            <a:srgbClr val="ffffff">
              <a:alpha val="20000"/>
            </a:srgbClr>
          </a:solidFill>
          <a:ln w="0">
            <a:noFill/>
          </a:ln>
        </p:spPr>
        <p:style>
          <a:lnRef idx="0"/>
          <a:fillRef idx="0"/>
          <a:effectRef idx="0"/>
          <a:fontRef idx="minor"/>
        </p:style>
        <p:txBody>
          <a:bodyPr wrap="none" lIns="0" rIns="0" tIns="0" bIns="0" anchor="b">
            <a:noAutofit/>
          </a:bodyPr>
          <a:p>
            <a:endParaRPr b="0" lang="en-US" sz="2400" spc="-1" strike="noStrike">
              <a:solidFill>
                <a:srgbClr val="ffffff"/>
              </a:solidFill>
              <a:latin typeface="Arial"/>
              <a:ea typeface="DejaVu Sans"/>
            </a:endParaRPr>
          </a:p>
        </p:txBody>
      </p:sp>
      <p:sp>
        <p:nvSpPr>
          <p:cNvPr id="49" name=""/>
          <p:cNvSpPr/>
          <p:nvPr/>
        </p:nvSpPr>
        <p:spPr>
          <a:xfrm>
            <a:off x="-179640" y="2430360"/>
            <a:ext cx="1438920" cy="1348920"/>
          </a:xfrm>
          <a:prstGeom prst="ellipse">
            <a:avLst/>
          </a:prstGeom>
          <a:solidFill>
            <a:srgbClr val="ffffff">
              <a:alpha val="20000"/>
            </a:srgbClr>
          </a:solidFill>
          <a:ln w="0">
            <a:noFill/>
          </a:ln>
        </p:spPr>
        <p:style>
          <a:lnRef idx="0"/>
          <a:fillRef idx="0"/>
          <a:effectRef idx="0"/>
          <a:fontRef idx="minor"/>
        </p:style>
        <p:txBody>
          <a:bodyPr wrap="none" lIns="0" rIns="0" tIns="0" bIns="0" anchor="b">
            <a:noAutofit/>
          </a:bodyPr>
          <a:p>
            <a:endParaRPr b="0" lang="en-US" sz="2400" spc="-1" strike="noStrike">
              <a:solidFill>
                <a:srgbClr val="ffffff"/>
              </a:solidFill>
              <a:latin typeface="Arial"/>
              <a:ea typeface="DejaVu Sans"/>
            </a:endParaRPr>
          </a:p>
        </p:txBody>
      </p:sp>
      <p:sp>
        <p:nvSpPr>
          <p:cNvPr id="50" name=""/>
          <p:cNvSpPr/>
          <p:nvPr/>
        </p:nvSpPr>
        <p:spPr>
          <a:xfrm>
            <a:off x="540360" y="1080360"/>
            <a:ext cx="718920" cy="718920"/>
          </a:xfrm>
          <a:prstGeom prst="ellipse">
            <a:avLst/>
          </a:prstGeom>
          <a:solidFill>
            <a:srgbClr val="ffffff">
              <a:alpha val="20000"/>
            </a:srgbClr>
          </a:solidFill>
          <a:ln w="0">
            <a:noFill/>
          </a:ln>
        </p:spPr>
        <p:style>
          <a:lnRef idx="0"/>
          <a:fillRef idx="0"/>
          <a:effectRef idx="0"/>
          <a:fontRef idx="minor"/>
        </p:style>
        <p:txBody>
          <a:bodyPr wrap="none" lIns="0" rIns="0" tIns="0" bIns="0" anchor="b">
            <a:noAutofit/>
          </a:bodyPr>
          <a:p>
            <a:endParaRPr b="0" lang="en-US" sz="2400" spc="-1" strike="noStrike">
              <a:solidFill>
                <a:srgbClr val="ffffff"/>
              </a:solidFill>
              <a:latin typeface="Arial"/>
              <a:ea typeface="DejaVu Sans"/>
            </a:endParaRPr>
          </a:p>
        </p:txBody>
      </p:sp>
      <p:sp>
        <p:nvSpPr>
          <p:cNvPr id="51" name=""/>
          <p:cNvSpPr/>
          <p:nvPr/>
        </p:nvSpPr>
        <p:spPr>
          <a:xfrm>
            <a:off x="360" y="1260360"/>
            <a:ext cx="718920" cy="718920"/>
          </a:xfrm>
          <a:prstGeom prst="ellipse">
            <a:avLst/>
          </a:prstGeom>
          <a:solidFill>
            <a:srgbClr val="ffffff">
              <a:alpha val="10000"/>
            </a:srgbClr>
          </a:solidFill>
          <a:ln w="0">
            <a:noFill/>
          </a:ln>
        </p:spPr>
        <p:style>
          <a:lnRef idx="0"/>
          <a:fillRef idx="0"/>
          <a:effectRef idx="0"/>
          <a:fontRef idx="minor"/>
        </p:style>
        <p:txBody>
          <a:bodyPr wrap="none" lIns="0" rIns="0" tIns="0" bIns="0" anchor="b">
            <a:noAutofit/>
          </a:bodyPr>
          <a:p>
            <a:endParaRPr b="0" lang="en-US" sz="2400" spc="-1" strike="noStrike">
              <a:solidFill>
                <a:srgbClr val="ffffff"/>
              </a:solidFill>
              <a:latin typeface="Arial"/>
              <a:ea typeface="DejaVu Sans"/>
            </a:endParaRPr>
          </a:p>
        </p:txBody>
      </p:sp>
      <p:sp>
        <p:nvSpPr>
          <p:cNvPr id="52" name=""/>
          <p:cNvSpPr/>
          <p:nvPr/>
        </p:nvSpPr>
        <p:spPr>
          <a:xfrm>
            <a:off x="360" y="5220360"/>
            <a:ext cx="1618920" cy="1258920"/>
          </a:xfrm>
          <a:prstGeom prst="ellipse">
            <a:avLst/>
          </a:prstGeom>
          <a:solidFill>
            <a:srgbClr val="ffffff">
              <a:alpha val="15000"/>
            </a:srgbClr>
          </a:solidFill>
          <a:ln w="0">
            <a:noFill/>
          </a:ln>
        </p:spPr>
        <p:style>
          <a:lnRef idx="0"/>
          <a:fillRef idx="0"/>
          <a:effectRef idx="0"/>
          <a:fontRef idx="minor"/>
        </p:style>
        <p:txBody>
          <a:bodyPr wrap="none" lIns="0" rIns="0" tIns="0" bIns="0" anchor="b">
            <a:noAutofit/>
          </a:bodyPr>
          <a:p>
            <a:endParaRPr b="0" lang="en-US" sz="2400" spc="-1" strike="noStrike">
              <a:solidFill>
                <a:srgbClr val="ffffff"/>
              </a:solidFill>
              <a:latin typeface="Arial"/>
              <a:ea typeface="DejaVu Sans"/>
            </a:endParaRPr>
          </a:p>
        </p:txBody>
      </p:sp>
      <p:sp>
        <p:nvSpPr>
          <p:cNvPr id="53" name=""/>
          <p:cNvSpPr/>
          <p:nvPr/>
        </p:nvSpPr>
        <p:spPr>
          <a:xfrm>
            <a:off x="9720360" y="4680360"/>
            <a:ext cx="718920" cy="718920"/>
          </a:xfrm>
          <a:prstGeom prst="ellipse">
            <a:avLst/>
          </a:prstGeom>
          <a:solidFill>
            <a:srgbClr val="ffffff">
              <a:alpha val="30000"/>
            </a:srgbClr>
          </a:solidFill>
          <a:ln w="0">
            <a:noFill/>
          </a:ln>
        </p:spPr>
        <p:style>
          <a:lnRef idx="0"/>
          <a:fillRef idx="0"/>
          <a:effectRef idx="0"/>
          <a:fontRef idx="minor"/>
        </p:style>
        <p:txBody>
          <a:bodyPr wrap="none" lIns="0" rIns="0" tIns="0" bIns="0" anchor="b">
            <a:noAutofit/>
          </a:bodyPr>
          <a:p>
            <a:endParaRPr b="0" lang="en-US" sz="2400" spc="-1" strike="noStrike">
              <a:solidFill>
                <a:srgbClr val="ffffff"/>
              </a:solidFill>
              <a:latin typeface="Arial"/>
              <a:ea typeface="DejaVu Sans"/>
            </a:endParaRPr>
          </a:p>
        </p:txBody>
      </p:sp>
      <p:sp>
        <p:nvSpPr>
          <p:cNvPr id="54" name=""/>
          <p:cNvSpPr/>
          <p:nvPr/>
        </p:nvSpPr>
        <p:spPr>
          <a:xfrm>
            <a:off x="9540360" y="3420360"/>
            <a:ext cx="718920" cy="718920"/>
          </a:xfrm>
          <a:prstGeom prst="ellipse">
            <a:avLst/>
          </a:prstGeom>
          <a:solidFill>
            <a:srgbClr val="ffffff">
              <a:alpha val="10000"/>
            </a:srgbClr>
          </a:solidFill>
          <a:ln w="0">
            <a:noFill/>
          </a:ln>
        </p:spPr>
        <p:style>
          <a:lnRef idx="0"/>
          <a:fillRef idx="0"/>
          <a:effectRef idx="0"/>
          <a:fontRef idx="minor"/>
        </p:style>
        <p:txBody>
          <a:bodyPr wrap="none" lIns="0" rIns="0" tIns="0" bIns="0" anchor="b">
            <a:noAutofit/>
          </a:bodyPr>
          <a:p>
            <a:endParaRPr b="0" lang="en-US" sz="2400" spc="-1" strike="noStrike">
              <a:solidFill>
                <a:srgbClr val="ffffff"/>
              </a:solidFill>
              <a:latin typeface="Arial"/>
              <a:ea typeface="DejaVu Sans"/>
            </a:endParaRPr>
          </a:p>
        </p:txBody>
      </p:sp>
      <p:sp>
        <p:nvSpPr>
          <p:cNvPr id="55" name=""/>
          <p:cNvSpPr/>
          <p:nvPr/>
        </p:nvSpPr>
        <p:spPr>
          <a:xfrm>
            <a:off x="8100360" y="4680360"/>
            <a:ext cx="1078920" cy="841320"/>
          </a:xfrm>
          <a:prstGeom prst="ellipse">
            <a:avLst/>
          </a:prstGeom>
          <a:solidFill>
            <a:srgbClr val="ffffff">
              <a:alpha val="20000"/>
            </a:srgbClr>
          </a:solidFill>
          <a:ln w="0">
            <a:noFill/>
          </a:ln>
        </p:spPr>
        <p:style>
          <a:lnRef idx="0"/>
          <a:fillRef idx="0"/>
          <a:effectRef idx="0"/>
          <a:fontRef idx="minor"/>
        </p:style>
        <p:txBody>
          <a:bodyPr wrap="none" lIns="0" rIns="0" tIns="0" bIns="0" anchor="b">
            <a:noAutofit/>
          </a:bodyPr>
          <a:p>
            <a:endParaRPr b="0" lang="en-US" sz="2400" spc="-1" strike="noStrike">
              <a:solidFill>
                <a:srgbClr val="ffffff"/>
              </a:solidFill>
              <a:latin typeface="Arial"/>
              <a:ea typeface="DejaVu Sans"/>
            </a:endParaRPr>
          </a:p>
        </p:txBody>
      </p:sp>
      <p:sp>
        <p:nvSpPr>
          <p:cNvPr id="56" name=""/>
          <p:cNvSpPr/>
          <p:nvPr/>
        </p:nvSpPr>
        <p:spPr>
          <a:xfrm>
            <a:off x="7920360" y="5400360"/>
            <a:ext cx="898920" cy="898920"/>
          </a:xfrm>
          <a:prstGeom prst="ellipse">
            <a:avLst/>
          </a:prstGeom>
          <a:solidFill>
            <a:srgbClr val="ffffff">
              <a:alpha val="25000"/>
            </a:srgbClr>
          </a:solidFill>
          <a:ln w="0">
            <a:noFill/>
          </a:ln>
        </p:spPr>
        <p:style>
          <a:lnRef idx="0"/>
          <a:fillRef idx="0"/>
          <a:effectRef idx="0"/>
          <a:fontRef idx="minor"/>
        </p:style>
        <p:txBody>
          <a:bodyPr wrap="none" lIns="0" rIns="0" tIns="0" bIns="0" anchor="b">
            <a:noAutofit/>
          </a:bodyPr>
          <a:p>
            <a:endParaRPr b="0" lang="en-US" sz="2400" spc="-1" strike="noStrike">
              <a:solidFill>
                <a:srgbClr val="ffffff"/>
              </a:solidFill>
              <a:latin typeface="Arial"/>
              <a:ea typeface="DejaVu Sans"/>
            </a:endParaRPr>
          </a:p>
        </p:txBody>
      </p:sp>
      <p:sp>
        <p:nvSpPr>
          <p:cNvPr id="57" name="PlaceHolder 1"/>
          <p:cNvSpPr>
            <a:spLocks noGrp="1"/>
          </p:cNvSpPr>
          <p:nvPr>
            <p:ph type="title"/>
          </p:nvPr>
        </p:nvSpPr>
        <p:spPr>
          <a:xfrm>
            <a:off x="540000" y="270000"/>
            <a:ext cx="8998920" cy="98892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58"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
        <p:nvSpPr>
          <p:cNvPr id="59" name="PlaceHolder 3"/>
          <p:cNvSpPr>
            <a:spLocks noGrp="1"/>
          </p:cNvSpPr>
          <p:nvPr>
            <p:ph type="ftr" idx="7"/>
          </p:nvPr>
        </p:nvSpPr>
        <p:spPr>
          <a:xfrm>
            <a:off x="3420000" y="5130000"/>
            <a:ext cx="3238920" cy="391320"/>
          </a:xfrm>
          <a:prstGeom prst="rect">
            <a:avLst/>
          </a:prstGeom>
          <a:noFill/>
          <a:ln w="0">
            <a:noFill/>
          </a:ln>
        </p:spPr>
        <p:txBody>
          <a:bodyPr lIns="0" rIns="0" tIns="0" bIns="0" anchor="b">
            <a:noAutofit/>
          </a:bodyPr>
          <a:lstStyle>
            <a:lvl1pPr indent="0" algn="ctr">
              <a:lnSpc>
                <a:spcPct val="100000"/>
              </a:lnSpc>
              <a:buNone/>
              <a:tabLst>
                <a:tab algn="l" pos="0"/>
              </a:tabLst>
              <a:defRPr b="0" lang="en-US" sz="1400" spc="-1" strike="noStrike">
                <a:solidFill>
                  <a:srgbClr val="ffffff"/>
                </a:solidFill>
                <a:latin typeface="Arial"/>
              </a:defRPr>
            </a:lvl1pPr>
          </a:lstStyle>
          <a:p>
            <a:pPr indent="0" algn="ctr">
              <a:lnSpc>
                <a:spcPct val="100000"/>
              </a:lnSpc>
              <a:buNone/>
              <a:tabLst>
                <a:tab algn="l" pos="0"/>
              </a:tabLst>
            </a:pPr>
            <a:r>
              <a:rPr b="0" lang="en-US" sz="1400" spc="-1" strike="noStrike">
                <a:solidFill>
                  <a:srgbClr val="ffffff"/>
                </a:solidFill>
                <a:latin typeface="Arial"/>
              </a:rPr>
              <a:t>&lt;footer&gt;</a:t>
            </a:r>
            <a:endParaRPr b="0" lang="en-US" sz="1400" spc="-1" strike="noStrike">
              <a:solidFill>
                <a:srgbClr val="000000"/>
              </a:solidFill>
              <a:latin typeface="Times New Roman"/>
            </a:endParaRPr>
          </a:p>
        </p:txBody>
      </p:sp>
      <p:sp>
        <p:nvSpPr>
          <p:cNvPr id="60" name="PlaceHolder 4"/>
          <p:cNvSpPr>
            <a:spLocks noGrp="1"/>
          </p:cNvSpPr>
          <p:nvPr>
            <p:ph type="sldNum" idx="8"/>
          </p:nvPr>
        </p:nvSpPr>
        <p:spPr>
          <a:xfrm>
            <a:off x="7560000" y="5130000"/>
            <a:ext cx="2338920" cy="39132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ffffff"/>
                </a:solidFill>
                <a:latin typeface="Arial"/>
              </a:defRPr>
            </a:lvl1pPr>
          </a:lstStyle>
          <a:p>
            <a:pPr indent="0" algn="r">
              <a:lnSpc>
                <a:spcPct val="100000"/>
              </a:lnSpc>
              <a:buNone/>
              <a:tabLst>
                <a:tab algn="l" pos="0"/>
              </a:tabLst>
            </a:pPr>
            <a:fld id="{DEB1DFC9-646A-46BA-A910-20A07C0F8E8E}" type="slidenum">
              <a:rPr b="0" lang="en-US" sz="1400" spc="-1" strike="noStrike">
                <a:solidFill>
                  <a:srgbClr val="ffffff"/>
                </a:solidFill>
                <a:latin typeface="Arial"/>
              </a:rPr>
              <a:t>&lt;number&gt;</a:t>
            </a:fld>
            <a:endParaRPr b="0" lang="en-US" sz="1400" spc="-1" strike="noStrike">
              <a:solidFill>
                <a:srgbClr val="000000"/>
              </a:solidFill>
              <a:latin typeface="Times New Roman"/>
            </a:endParaRPr>
          </a:p>
        </p:txBody>
      </p:sp>
      <p:sp>
        <p:nvSpPr>
          <p:cNvPr id="61" name="PlaceHolder 5"/>
          <p:cNvSpPr>
            <a:spLocks noGrp="1"/>
          </p:cNvSpPr>
          <p:nvPr>
            <p:ph type="dt" idx="9"/>
          </p:nvPr>
        </p:nvSpPr>
        <p:spPr>
          <a:xfrm>
            <a:off x="180000" y="5130000"/>
            <a:ext cx="2338920" cy="39132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4"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
          <p:cNvSpPr/>
          <p:nvPr/>
        </p:nvSpPr>
        <p:spPr>
          <a:xfrm>
            <a:off x="0" y="360"/>
            <a:ext cx="10078920" cy="5668560"/>
          </a:xfrm>
          <a:prstGeom prst="rect">
            <a:avLst/>
          </a:prstGeom>
          <a:gradFill rotWithShape="0">
            <a:gsLst>
              <a:gs pos="30000">
                <a:srgbClr val="000032"/>
              </a:gs>
              <a:gs pos="100000">
                <a:srgbClr val="f60063"/>
              </a:gs>
            </a:gsLst>
            <a:lin ang="4200000"/>
          </a:gradFill>
          <a:ln w="0">
            <a:noFill/>
          </a:ln>
        </p:spPr>
        <p:style>
          <a:lnRef idx="0"/>
          <a:fillRef idx="0"/>
          <a:effectRef idx="0"/>
          <a:fontRef idx="minor"/>
        </p:style>
        <p:txBody>
          <a:bodyPr wrap="none" lIns="0" rIns="0" tIns="0" bIns="0" anchor="b">
            <a:noAutofit/>
          </a:bodyPr>
          <a:p>
            <a:endParaRPr b="0" lang="en-US" sz="2400" spc="-1" strike="noStrike">
              <a:solidFill>
                <a:srgbClr val="000000"/>
              </a:solidFill>
              <a:latin typeface="Arial"/>
              <a:ea typeface="DejaVu Sans"/>
            </a:endParaRPr>
          </a:p>
        </p:txBody>
      </p:sp>
      <p:sp>
        <p:nvSpPr>
          <p:cNvPr id="65" name=""/>
          <p:cNvSpPr/>
          <p:nvPr/>
        </p:nvSpPr>
        <p:spPr>
          <a:xfrm flipH="1">
            <a:off x="-3240" y="0"/>
            <a:ext cx="10079280" cy="5669280"/>
          </a:xfrm>
          <a:prstGeom prst="rect">
            <a:avLst/>
          </a:prstGeom>
          <a:gradFill rotWithShape="0">
            <a:gsLst>
              <a:gs pos="0">
                <a:srgbClr val="ffffff">
                  <a:alpha val="90000"/>
                </a:srgbClr>
              </a:gs>
              <a:gs pos="75000">
                <a:srgbClr val="ffffff">
                  <a:alpha val="20000"/>
                </a:srgbClr>
              </a:gs>
            </a:gsLst>
            <a:path path="circle">
              <a:fillToRect l="50000" t="85000" r="50000" b="15000"/>
            </a:path>
          </a:gradFill>
          <a:ln w="0">
            <a:noFill/>
          </a:ln>
        </p:spPr>
        <p:style>
          <a:lnRef idx="0"/>
          <a:fillRef idx="0"/>
          <a:effectRef idx="0"/>
          <a:fontRef idx="minor"/>
        </p:style>
        <p:txBody>
          <a:bodyPr wrap="none" lIns="0" rIns="0" tIns="0" bIns="0" anchor="b">
            <a:noAutofit/>
          </a:bodyPr>
          <a:p>
            <a:endParaRPr b="0" lang="en-US" sz="2400" spc="-1" strike="noStrike">
              <a:solidFill>
                <a:srgbClr val="000000"/>
              </a:solidFill>
              <a:latin typeface="Arial"/>
              <a:ea typeface="DejaVu Sans"/>
            </a:endParaRPr>
          </a:p>
        </p:txBody>
      </p:sp>
      <p:sp>
        <p:nvSpPr>
          <p:cNvPr id="66" name=""/>
          <p:cNvSpPr/>
          <p:nvPr/>
        </p:nvSpPr>
        <p:spPr>
          <a:xfrm>
            <a:off x="0" y="1260360"/>
            <a:ext cx="10258920" cy="4498560"/>
          </a:xfrm>
          <a:prstGeom prst="rect">
            <a:avLst/>
          </a:prstGeom>
          <a:solidFill>
            <a:srgbClr val="ffffff"/>
          </a:solidFill>
          <a:ln w="0">
            <a:noFill/>
          </a:ln>
        </p:spPr>
        <p:style>
          <a:lnRef idx="0"/>
          <a:fillRef idx="0"/>
          <a:effectRef idx="0"/>
          <a:fontRef idx="minor"/>
        </p:style>
        <p:txBody>
          <a:bodyPr wrap="none" lIns="0" rIns="0" tIns="0" bIns="0" anchor="b">
            <a:noAutofit/>
          </a:bodyPr>
          <a:p>
            <a:endParaRPr b="0" lang="en-US" sz="2400" spc="-1" strike="noStrike">
              <a:solidFill>
                <a:srgbClr val="000000"/>
              </a:solidFill>
              <a:latin typeface="Arial"/>
              <a:ea typeface="DejaVu Sans"/>
            </a:endParaRPr>
          </a:p>
        </p:txBody>
      </p:sp>
      <p:sp>
        <p:nvSpPr>
          <p:cNvPr id="67" name=""/>
          <p:cNvSpPr/>
          <p:nvPr/>
        </p:nvSpPr>
        <p:spPr>
          <a:xfrm>
            <a:off x="180360" y="5130360"/>
            <a:ext cx="2338920" cy="391320"/>
          </a:xfrm>
          <a:prstGeom prst="rect">
            <a:avLst/>
          </a:prstGeom>
          <a:noFill/>
          <a:ln w="0">
            <a:noFill/>
          </a:ln>
        </p:spPr>
        <p:style>
          <a:lnRef idx="0"/>
          <a:fillRef idx="0"/>
          <a:effectRef idx="0"/>
          <a:fontRef idx="minor"/>
        </p:style>
        <p:txBody>
          <a:bodyPr lIns="0" rIns="0" tIns="0" bIns="0" anchor="b">
            <a:noAutofit/>
          </a:bodyPr>
          <a:p>
            <a:pPr>
              <a:lnSpc>
                <a:spcPct val="100000"/>
              </a:lnSpc>
            </a:pPr>
            <a:r>
              <a:rPr b="0" lang="en-US" sz="1400" spc="-1" strike="noStrike">
                <a:solidFill>
                  <a:srgbClr val="000000"/>
                </a:solidFill>
                <a:latin typeface="Arial"/>
                <a:ea typeface="DejaVu Sans"/>
              </a:rPr>
              <a:t>&lt;date/time&gt;</a:t>
            </a:r>
            <a:endParaRPr b="0" lang="en-US" sz="1400" spc="-1" strike="noStrike">
              <a:solidFill>
                <a:srgbClr val="000000"/>
              </a:solidFill>
              <a:latin typeface="Arial"/>
            </a:endParaRPr>
          </a:p>
        </p:txBody>
      </p:sp>
      <p:sp>
        <p:nvSpPr>
          <p:cNvPr id="68" name=""/>
          <p:cNvSpPr/>
          <p:nvPr/>
        </p:nvSpPr>
        <p:spPr>
          <a:xfrm>
            <a:off x="7560360" y="5130360"/>
            <a:ext cx="2338920" cy="391320"/>
          </a:xfrm>
          <a:prstGeom prst="rect">
            <a:avLst/>
          </a:prstGeom>
          <a:noFill/>
          <a:ln w="0">
            <a:noFill/>
          </a:ln>
        </p:spPr>
        <p:style>
          <a:lnRef idx="0"/>
          <a:fillRef idx="0"/>
          <a:effectRef idx="0"/>
          <a:fontRef idx="minor"/>
        </p:style>
        <p:txBody>
          <a:bodyPr lIns="0" rIns="0" tIns="0" bIns="0" anchor="b">
            <a:noAutofit/>
          </a:bodyPr>
          <a:p>
            <a:pPr algn="r">
              <a:lnSpc>
                <a:spcPct val="100000"/>
              </a:lnSpc>
            </a:pPr>
            <a:fld id="{F547FE3E-7EC4-4D89-B430-E756DDB97F58}" type="slidenum">
              <a:rPr b="0" lang="en-US" sz="1400" spc="-1" strike="noStrike">
                <a:solidFill>
                  <a:srgbClr val="000000"/>
                </a:solidFill>
                <a:latin typeface="Arial"/>
                <a:ea typeface="DejaVu Sans"/>
              </a:rPr>
              <a:t>&lt;number&gt;</a:t>
            </a:fld>
            <a:endParaRPr b="0" lang="en-US" sz="1400" spc="-1" strike="noStrike">
              <a:solidFill>
                <a:srgbClr val="000000"/>
              </a:solidFill>
              <a:latin typeface="Arial"/>
            </a:endParaRPr>
          </a:p>
        </p:txBody>
      </p:sp>
      <p:sp>
        <p:nvSpPr>
          <p:cNvPr id="69" name=""/>
          <p:cNvSpPr/>
          <p:nvPr/>
        </p:nvSpPr>
        <p:spPr>
          <a:xfrm>
            <a:off x="1440360" y="1080360"/>
            <a:ext cx="1438920" cy="1258920"/>
          </a:xfrm>
          <a:prstGeom prst="ellipse">
            <a:avLst/>
          </a:prstGeom>
          <a:solidFill>
            <a:srgbClr val="ffffff">
              <a:alpha val="30000"/>
            </a:srgbClr>
          </a:solidFill>
          <a:ln w="0">
            <a:noFill/>
          </a:ln>
        </p:spPr>
        <p:style>
          <a:lnRef idx="0"/>
          <a:fillRef idx="0"/>
          <a:effectRef idx="0"/>
          <a:fontRef idx="minor"/>
        </p:style>
        <p:txBody>
          <a:bodyPr wrap="none" lIns="0" rIns="0" tIns="0" bIns="0" anchor="b">
            <a:noAutofit/>
          </a:bodyPr>
          <a:p>
            <a:endParaRPr b="0" lang="en-US" sz="2400" spc="-1" strike="noStrike">
              <a:solidFill>
                <a:srgbClr val="000000"/>
              </a:solidFill>
              <a:latin typeface="Arial"/>
              <a:ea typeface="DejaVu Sans"/>
            </a:endParaRPr>
          </a:p>
        </p:txBody>
      </p:sp>
      <p:sp>
        <p:nvSpPr>
          <p:cNvPr id="70" name=""/>
          <p:cNvSpPr/>
          <p:nvPr/>
        </p:nvSpPr>
        <p:spPr>
          <a:xfrm>
            <a:off x="7380360" y="3960360"/>
            <a:ext cx="1438920" cy="1258920"/>
          </a:xfrm>
          <a:prstGeom prst="ellipse">
            <a:avLst/>
          </a:prstGeom>
          <a:solidFill>
            <a:srgbClr val="ffffff">
              <a:alpha val="30000"/>
            </a:srgbClr>
          </a:solidFill>
          <a:ln w="0">
            <a:noFill/>
          </a:ln>
        </p:spPr>
        <p:style>
          <a:lnRef idx="0"/>
          <a:fillRef idx="0"/>
          <a:effectRef idx="0"/>
          <a:fontRef idx="minor"/>
        </p:style>
        <p:txBody>
          <a:bodyPr wrap="none" lIns="0" rIns="0" tIns="0" bIns="0" anchor="b">
            <a:noAutofit/>
          </a:bodyPr>
          <a:p>
            <a:endParaRPr b="0" lang="en-US" sz="2400" spc="-1" strike="noStrike">
              <a:solidFill>
                <a:srgbClr val="000000"/>
              </a:solidFill>
              <a:latin typeface="Arial"/>
              <a:ea typeface="DejaVu Sans"/>
            </a:endParaRPr>
          </a:p>
        </p:txBody>
      </p:sp>
      <p:sp>
        <p:nvSpPr>
          <p:cNvPr id="71" name=""/>
          <p:cNvSpPr/>
          <p:nvPr/>
        </p:nvSpPr>
        <p:spPr>
          <a:xfrm>
            <a:off x="540360" y="1080360"/>
            <a:ext cx="718920" cy="718920"/>
          </a:xfrm>
          <a:prstGeom prst="ellipse">
            <a:avLst/>
          </a:prstGeom>
          <a:solidFill>
            <a:srgbClr val="ffffff">
              <a:alpha val="20000"/>
            </a:srgbClr>
          </a:solidFill>
          <a:ln w="0">
            <a:noFill/>
          </a:ln>
        </p:spPr>
        <p:style>
          <a:lnRef idx="0"/>
          <a:fillRef idx="0"/>
          <a:effectRef idx="0"/>
          <a:fontRef idx="minor"/>
        </p:style>
        <p:txBody>
          <a:bodyPr wrap="none" lIns="0" rIns="0" tIns="0" bIns="0" anchor="b">
            <a:noAutofit/>
          </a:bodyPr>
          <a:p>
            <a:endParaRPr b="0" lang="en-US" sz="2400" spc="-1" strike="noStrike">
              <a:solidFill>
                <a:srgbClr val="000000"/>
              </a:solidFill>
              <a:latin typeface="Arial"/>
              <a:ea typeface="DejaVu Sans"/>
            </a:endParaRPr>
          </a:p>
        </p:txBody>
      </p:sp>
      <p:sp>
        <p:nvSpPr>
          <p:cNvPr id="72" name=""/>
          <p:cNvSpPr/>
          <p:nvPr/>
        </p:nvSpPr>
        <p:spPr>
          <a:xfrm>
            <a:off x="360" y="1260360"/>
            <a:ext cx="718920" cy="718920"/>
          </a:xfrm>
          <a:prstGeom prst="ellipse">
            <a:avLst/>
          </a:prstGeom>
          <a:solidFill>
            <a:srgbClr val="ffffff">
              <a:alpha val="10000"/>
            </a:srgbClr>
          </a:solidFill>
          <a:ln w="0">
            <a:noFill/>
          </a:ln>
        </p:spPr>
        <p:style>
          <a:lnRef idx="0"/>
          <a:fillRef idx="0"/>
          <a:effectRef idx="0"/>
          <a:fontRef idx="minor"/>
        </p:style>
        <p:txBody>
          <a:bodyPr wrap="none" lIns="0" rIns="0" tIns="0" bIns="0" anchor="b">
            <a:noAutofit/>
          </a:bodyPr>
          <a:p>
            <a:endParaRPr b="0" lang="en-US" sz="2400" spc="-1" strike="noStrike">
              <a:solidFill>
                <a:srgbClr val="000000"/>
              </a:solidFill>
              <a:latin typeface="Arial"/>
              <a:ea typeface="DejaVu Sans"/>
            </a:endParaRPr>
          </a:p>
        </p:txBody>
      </p:sp>
      <p:sp>
        <p:nvSpPr>
          <p:cNvPr id="73" name="PlaceHolder 1"/>
          <p:cNvSpPr>
            <a:spLocks noGrp="1"/>
          </p:cNvSpPr>
          <p:nvPr>
            <p:ph type="title"/>
          </p:nvPr>
        </p:nvSpPr>
        <p:spPr>
          <a:xfrm>
            <a:off x="540000" y="270000"/>
            <a:ext cx="8998920" cy="98892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74" name="PlaceHolder 2"/>
          <p:cNvSpPr>
            <a:spLocks noGrp="1"/>
          </p:cNvSpPr>
          <p:nvPr>
            <p:ph type="ftr" idx="10"/>
          </p:nvPr>
        </p:nvSpPr>
        <p:spPr>
          <a:xfrm>
            <a:off x="3420000" y="5130000"/>
            <a:ext cx="3238920" cy="391320"/>
          </a:xfrm>
          <a:prstGeom prst="rect">
            <a:avLst/>
          </a:prstGeom>
          <a:noFill/>
          <a:ln w="0">
            <a:noFill/>
          </a:ln>
        </p:spPr>
        <p:txBody>
          <a:bodyPr lIns="0" rIns="0" tIns="0" bIns="0" anchor="b">
            <a:noAutofit/>
          </a:bodyPr>
          <a:lstStyle>
            <a:lvl1pPr indent="0" algn="ctr">
              <a:lnSpc>
                <a:spcPct val="100000"/>
              </a:lnSpc>
              <a:buNone/>
              <a:tabLst>
                <a:tab algn="l" pos="0"/>
              </a:tabLst>
              <a:defRPr b="0" lang="en-US" sz="1400" spc="-1" strike="noStrike">
                <a:solidFill>
                  <a:srgbClr val="000000"/>
                </a:solidFill>
                <a:latin typeface="Arial"/>
              </a:defRPr>
            </a:lvl1pPr>
          </a:lstStyle>
          <a:p>
            <a:pPr indent="0" algn="ctr">
              <a:lnSpc>
                <a:spcPct val="100000"/>
              </a:lnSpc>
              <a:buNone/>
              <a:tabLst>
                <a:tab algn="l" pos="0"/>
              </a:tabLst>
            </a:pPr>
            <a:r>
              <a:rPr b="0" lang="en-US"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75" name="PlaceHolder 3"/>
          <p:cNvSpPr>
            <a:spLocks noGrp="1"/>
          </p:cNvSpPr>
          <p:nvPr>
            <p:ph type="sldNum" idx="11"/>
          </p:nvPr>
        </p:nvSpPr>
        <p:spPr>
          <a:xfrm>
            <a:off x="7560000" y="5130000"/>
            <a:ext cx="2338920" cy="39132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Arial"/>
              </a:defRPr>
            </a:lvl1pPr>
          </a:lstStyle>
          <a:p>
            <a:pPr indent="0" algn="r">
              <a:lnSpc>
                <a:spcPct val="100000"/>
              </a:lnSpc>
              <a:buNone/>
              <a:tabLst>
                <a:tab algn="l" pos="0"/>
              </a:tabLst>
            </a:pPr>
            <a:fld id="{217FC141-D98A-4710-A437-DD2B4EE096A2}" type="slidenum">
              <a:rPr b="0" lang="en-US"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76" name="PlaceHolder 4"/>
          <p:cNvSpPr>
            <a:spLocks noGrp="1"/>
          </p:cNvSpPr>
          <p:nvPr>
            <p:ph type="dt" idx="12"/>
          </p:nvPr>
        </p:nvSpPr>
        <p:spPr>
          <a:xfrm>
            <a:off x="180000" y="5130000"/>
            <a:ext cx="2338920" cy="39132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77"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6" r:id="rId2"/>
    <p:sldLayoutId id="2147483657"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
          <p:cNvSpPr/>
          <p:nvPr/>
        </p:nvSpPr>
        <p:spPr>
          <a:xfrm>
            <a:off x="0" y="360"/>
            <a:ext cx="10078920" cy="5668560"/>
          </a:xfrm>
          <a:prstGeom prst="rect">
            <a:avLst/>
          </a:prstGeom>
          <a:gradFill rotWithShape="0">
            <a:gsLst>
              <a:gs pos="30000">
                <a:srgbClr val="000032"/>
              </a:gs>
              <a:gs pos="100000">
                <a:srgbClr val="f60063"/>
              </a:gs>
            </a:gsLst>
            <a:lin ang="4200000"/>
          </a:gradFill>
          <a:ln w="0">
            <a:noFill/>
          </a:ln>
        </p:spPr>
        <p:style>
          <a:lnRef idx="0"/>
          <a:fillRef idx="0"/>
          <a:effectRef idx="0"/>
          <a:fontRef idx="minor"/>
        </p:style>
        <p:txBody>
          <a:bodyPr wrap="none" lIns="0" rIns="0" tIns="0" bIns="0" anchor="b">
            <a:noAutofit/>
          </a:bodyPr>
          <a:p>
            <a:endParaRPr b="0" lang="en-US" sz="2400" spc="-1" strike="noStrike">
              <a:solidFill>
                <a:srgbClr val="000000"/>
              </a:solidFill>
              <a:latin typeface="Arial"/>
              <a:ea typeface="DejaVu Sans"/>
            </a:endParaRPr>
          </a:p>
        </p:txBody>
      </p:sp>
      <p:sp>
        <p:nvSpPr>
          <p:cNvPr id="83" name=""/>
          <p:cNvSpPr/>
          <p:nvPr/>
        </p:nvSpPr>
        <p:spPr>
          <a:xfrm flipH="1">
            <a:off x="-3240" y="0"/>
            <a:ext cx="10079280" cy="5669280"/>
          </a:xfrm>
          <a:prstGeom prst="rect">
            <a:avLst/>
          </a:prstGeom>
          <a:gradFill rotWithShape="0">
            <a:gsLst>
              <a:gs pos="0">
                <a:srgbClr val="ffffff">
                  <a:alpha val="90000"/>
                </a:srgbClr>
              </a:gs>
              <a:gs pos="75000">
                <a:srgbClr val="ffffff">
                  <a:alpha val="20000"/>
                </a:srgbClr>
              </a:gs>
            </a:gsLst>
            <a:path path="circle">
              <a:fillToRect l="50000" t="85000" r="50000" b="15000"/>
            </a:path>
          </a:gradFill>
          <a:ln w="0">
            <a:noFill/>
          </a:ln>
        </p:spPr>
        <p:style>
          <a:lnRef idx="0"/>
          <a:fillRef idx="0"/>
          <a:effectRef idx="0"/>
          <a:fontRef idx="minor"/>
        </p:style>
        <p:txBody>
          <a:bodyPr wrap="none" lIns="0" rIns="0" tIns="0" bIns="0" anchor="b">
            <a:noAutofit/>
          </a:bodyPr>
          <a:p>
            <a:endParaRPr b="0" lang="en-US" sz="2400" spc="-1" strike="noStrike">
              <a:solidFill>
                <a:srgbClr val="000000"/>
              </a:solidFill>
              <a:latin typeface="Arial"/>
              <a:ea typeface="DejaVu Sans"/>
            </a:endParaRPr>
          </a:p>
        </p:txBody>
      </p:sp>
      <p:sp>
        <p:nvSpPr>
          <p:cNvPr id="84" name=""/>
          <p:cNvSpPr/>
          <p:nvPr/>
        </p:nvSpPr>
        <p:spPr>
          <a:xfrm>
            <a:off x="0" y="1260360"/>
            <a:ext cx="10258920" cy="4498560"/>
          </a:xfrm>
          <a:prstGeom prst="rect">
            <a:avLst/>
          </a:prstGeom>
          <a:solidFill>
            <a:srgbClr val="ffffff"/>
          </a:solidFill>
          <a:ln w="0">
            <a:noFill/>
          </a:ln>
        </p:spPr>
        <p:style>
          <a:lnRef idx="0"/>
          <a:fillRef idx="0"/>
          <a:effectRef idx="0"/>
          <a:fontRef idx="minor"/>
        </p:style>
        <p:txBody>
          <a:bodyPr wrap="none" lIns="0" rIns="0" tIns="0" bIns="0" anchor="b">
            <a:noAutofit/>
          </a:bodyPr>
          <a:p>
            <a:endParaRPr b="0" lang="en-US" sz="2400" spc="-1" strike="noStrike">
              <a:solidFill>
                <a:srgbClr val="000000"/>
              </a:solidFill>
              <a:latin typeface="Arial"/>
              <a:ea typeface="DejaVu Sans"/>
            </a:endParaRPr>
          </a:p>
        </p:txBody>
      </p:sp>
      <p:sp>
        <p:nvSpPr>
          <p:cNvPr id="85" name=""/>
          <p:cNvSpPr/>
          <p:nvPr/>
        </p:nvSpPr>
        <p:spPr>
          <a:xfrm>
            <a:off x="180360" y="5130360"/>
            <a:ext cx="2338920" cy="391320"/>
          </a:xfrm>
          <a:prstGeom prst="rect">
            <a:avLst/>
          </a:prstGeom>
          <a:noFill/>
          <a:ln w="0">
            <a:noFill/>
          </a:ln>
        </p:spPr>
        <p:style>
          <a:lnRef idx="0"/>
          <a:fillRef idx="0"/>
          <a:effectRef idx="0"/>
          <a:fontRef idx="minor"/>
        </p:style>
        <p:txBody>
          <a:bodyPr lIns="0" rIns="0" tIns="0" bIns="0" anchor="b">
            <a:noAutofit/>
          </a:bodyPr>
          <a:p>
            <a:pPr>
              <a:lnSpc>
                <a:spcPct val="100000"/>
              </a:lnSpc>
            </a:pPr>
            <a:r>
              <a:rPr b="0" lang="en-US" sz="1400" spc="-1" strike="noStrike">
                <a:solidFill>
                  <a:srgbClr val="000000"/>
                </a:solidFill>
                <a:latin typeface="Arial"/>
                <a:ea typeface="DejaVu Sans"/>
              </a:rPr>
              <a:t>&lt;date/time&gt;</a:t>
            </a:r>
            <a:endParaRPr b="0" lang="en-US" sz="1400" spc="-1" strike="noStrike">
              <a:solidFill>
                <a:srgbClr val="000000"/>
              </a:solidFill>
              <a:latin typeface="Arial"/>
            </a:endParaRPr>
          </a:p>
        </p:txBody>
      </p:sp>
      <p:sp>
        <p:nvSpPr>
          <p:cNvPr id="86" name=""/>
          <p:cNvSpPr/>
          <p:nvPr/>
        </p:nvSpPr>
        <p:spPr>
          <a:xfrm>
            <a:off x="7560360" y="5130360"/>
            <a:ext cx="2338920" cy="391320"/>
          </a:xfrm>
          <a:prstGeom prst="rect">
            <a:avLst/>
          </a:prstGeom>
          <a:noFill/>
          <a:ln w="0">
            <a:noFill/>
          </a:ln>
        </p:spPr>
        <p:style>
          <a:lnRef idx="0"/>
          <a:fillRef idx="0"/>
          <a:effectRef idx="0"/>
          <a:fontRef idx="minor"/>
        </p:style>
        <p:txBody>
          <a:bodyPr lIns="0" rIns="0" tIns="0" bIns="0" anchor="b">
            <a:noAutofit/>
          </a:bodyPr>
          <a:p>
            <a:pPr algn="r">
              <a:lnSpc>
                <a:spcPct val="100000"/>
              </a:lnSpc>
            </a:pPr>
            <a:fld id="{7B35F58B-F5BC-4235-AAA4-723C01234F8F}" type="slidenum">
              <a:rPr b="0" lang="en-US" sz="1400" spc="-1" strike="noStrike">
                <a:solidFill>
                  <a:srgbClr val="000000"/>
                </a:solidFill>
                <a:latin typeface="Arial"/>
                <a:ea typeface="DejaVu Sans"/>
              </a:rPr>
              <a:t>&lt;number&gt;</a:t>
            </a:fld>
            <a:endParaRPr b="0" lang="en-US" sz="1400" spc="-1" strike="noStrike">
              <a:solidFill>
                <a:srgbClr val="000000"/>
              </a:solidFill>
              <a:latin typeface="Arial"/>
            </a:endParaRPr>
          </a:p>
        </p:txBody>
      </p:sp>
      <p:sp>
        <p:nvSpPr>
          <p:cNvPr id="87" name=""/>
          <p:cNvSpPr/>
          <p:nvPr/>
        </p:nvSpPr>
        <p:spPr>
          <a:xfrm>
            <a:off x="1440360" y="1080360"/>
            <a:ext cx="1438920" cy="1258920"/>
          </a:xfrm>
          <a:prstGeom prst="ellipse">
            <a:avLst/>
          </a:prstGeom>
          <a:solidFill>
            <a:srgbClr val="ffffff">
              <a:alpha val="30000"/>
            </a:srgbClr>
          </a:solidFill>
          <a:ln w="0">
            <a:noFill/>
          </a:ln>
        </p:spPr>
        <p:style>
          <a:lnRef idx="0"/>
          <a:fillRef idx="0"/>
          <a:effectRef idx="0"/>
          <a:fontRef idx="minor"/>
        </p:style>
        <p:txBody>
          <a:bodyPr wrap="none" lIns="0" rIns="0" tIns="0" bIns="0" anchor="b">
            <a:noAutofit/>
          </a:bodyPr>
          <a:p>
            <a:endParaRPr b="0" lang="en-US" sz="2400" spc="-1" strike="noStrike">
              <a:solidFill>
                <a:srgbClr val="000000"/>
              </a:solidFill>
              <a:latin typeface="Arial"/>
              <a:ea typeface="DejaVu Sans"/>
            </a:endParaRPr>
          </a:p>
        </p:txBody>
      </p:sp>
      <p:sp>
        <p:nvSpPr>
          <p:cNvPr id="88" name=""/>
          <p:cNvSpPr/>
          <p:nvPr/>
        </p:nvSpPr>
        <p:spPr>
          <a:xfrm>
            <a:off x="7380360" y="3960360"/>
            <a:ext cx="1438920" cy="1258920"/>
          </a:xfrm>
          <a:prstGeom prst="ellipse">
            <a:avLst/>
          </a:prstGeom>
          <a:solidFill>
            <a:srgbClr val="ffffff">
              <a:alpha val="30000"/>
            </a:srgbClr>
          </a:solidFill>
          <a:ln w="0">
            <a:noFill/>
          </a:ln>
        </p:spPr>
        <p:style>
          <a:lnRef idx="0"/>
          <a:fillRef idx="0"/>
          <a:effectRef idx="0"/>
          <a:fontRef idx="minor"/>
        </p:style>
        <p:txBody>
          <a:bodyPr wrap="none" lIns="0" rIns="0" tIns="0" bIns="0" anchor="b">
            <a:noAutofit/>
          </a:bodyPr>
          <a:p>
            <a:endParaRPr b="0" lang="en-US" sz="2400" spc="-1" strike="noStrike">
              <a:solidFill>
                <a:srgbClr val="000000"/>
              </a:solidFill>
              <a:latin typeface="Arial"/>
              <a:ea typeface="DejaVu Sans"/>
            </a:endParaRPr>
          </a:p>
        </p:txBody>
      </p:sp>
      <p:sp>
        <p:nvSpPr>
          <p:cNvPr id="89" name=""/>
          <p:cNvSpPr/>
          <p:nvPr/>
        </p:nvSpPr>
        <p:spPr>
          <a:xfrm>
            <a:off x="540360" y="1080360"/>
            <a:ext cx="718920" cy="718920"/>
          </a:xfrm>
          <a:prstGeom prst="ellipse">
            <a:avLst/>
          </a:prstGeom>
          <a:solidFill>
            <a:srgbClr val="ffffff">
              <a:alpha val="20000"/>
            </a:srgbClr>
          </a:solidFill>
          <a:ln w="0">
            <a:noFill/>
          </a:ln>
        </p:spPr>
        <p:style>
          <a:lnRef idx="0"/>
          <a:fillRef idx="0"/>
          <a:effectRef idx="0"/>
          <a:fontRef idx="minor"/>
        </p:style>
        <p:txBody>
          <a:bodyPr wrap="none" lIns="0" rIns="0" tIns="0" bIns="0" anchor="b">
            <a:noAutofit/>
          </a:bodyPr>
          <a:p>
            <a:endParaRPr b="0" lang="en-US" sz="2400" spc="-1" strike="noStrike">
              <a:solidFill>
                <a:srgbClr val="000000"/>
              </a:solidFill>
              <a:latin typeface="Arial"/>
              <a:ea typeface="DejaVu Sans"/>
            </a:endParaRPr>
          </a:p>
        </p:txBody>
      </p:sp>
      <p:sp>
        <p:nvSpPr>
          <p:cNvPr id="90" name=""/>
          <p:cNvSpPr/>
          <p:nvPr/>
        </p:nvSpPr>
        <p:spPr>
          <a:xfrm>
            <a:off x="360" y="1260360"/>
            <a:ext cx="718920" cy="718920"/>
          </a:xfrm>
          <a:prstGeom prst="ellipse">
            <a:avLst/>
          </a:prstGeom>
          <a:solidFill>
            <a:srgbClr val="ffffff">
              <a:alpha val="10000"/>
            </a:srgbClr>
          </a:solidFill>
          <a:ln w="0">
            <a:noFill/>
          </a:ln>
        </p:spPr>
        <p:style>
          <a:lnRef idx="0"/>
          <a:fillRef idx="0"/>
          <a:effectRef idx="0"/>
          <a:fontRef idx="minor"/>
        </p:style>
        <p:txBody>
          <a:bodyPr wrap="none" lIns="0" rIns="0" tIns="0" bIns="0" anchor="b">
            <a:noAutofit/>
          </a:bodyPr>
          <a:p>
            <a:endParaRPr b="0" lang="en-US" sz="2400" spc="-1" strike="noStrike">
              <a:solidFill>
                <a:srgbClr val="000000"/>
              </a:solidFill>
              <a:latin typeface="Arial"/>
              <a:ea typeface="DejaVu Sans"/>
            </a:endParaRPr>
          </a:p>
        </p:txBody>
      </p:sp>
      <p:sp>
        <p:nvSpPr>
          <p:cNvPr id="91" name="PlaceHolder 1"/>
          <p:cNvSpPr>
            <a:spLocks noGrp="1"/>
          </p:cNvSpPr>
          <p:nvPr>
            <p:ph type="title"/>
          </p:nvPr>
        </p:nvSpPr>
        <p:spPr>
          <a:xfrm>
            <a:off x="540000" y="270000"/>
            <a:ext cx="8998920" cy="98892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92" name="PlaceHolder 2"/>
          <p:cNvSpPr>
            <a:spLocks noGrp="1"/>
          </p:cNvSpPr>
          <p:nvPr>
            <p:ph type="ftr" idx="13"/>
          </p:nvPr>
        </p:nvSpPr>
        <p:spPr>
          <a:xfrm>
            <a:off x="3420000" y="5130000"/>
            <a:ext cx="3238920" cy="391320"/>
          </a:xfrm>
          <a:prstGeom prst="rect">
            <a:avLst/>
          </a:prstGeom>
          <a:noFill/>
          <a:ln w="0">
            <a:noFill/>
          </a:ln>
        </p:spPr>
        <p:txBody>
          <a:bodyPr lIns="0" rIns="0" tIns="0" bIns="0" anchor="b">
            <a:noAutofit/>
          </a:bodyPr>
          <a:lstStyle>
            <a:lvl1pPr indent="0" algn="ctr">
              <a:lnSpc>
                <a:spcPct val="100000"/>
              </a:lnSpc>
              <a:buNone/>
              <a:tabLst>
                <a:tab algn="l" pos="0"/>
              </a:tabLst>
              <a:defRPr b="0" lang="en-US" sz="1400" spc="-1" strike="noStrike">
                <a:solidFill>
                  <a:srgbClr val="000000"/>
                </a:solidFill>
                <a:latin typeface="Arial"/>
              </a:defRPr>
            </a:lvl1pPr>
          </a:lstStyle>
          <a:p>
            <a:pPr indent="0" algn="ctr">
              <a:lnSpc>
                <a:spcPct val="100000"/>
              </a:lnSpc>
              <a:buNone/>
              <a:tabLst>
                <a:tab algn="l" pos="0"/>
              </a:tabLst>
            </a:pPr>
            <a:r>
              <a:rPr b="0" lang="en-US"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93" name="PlaceHolder 3"/>
          <p:cNvSpPr>
            <a:spLocks noGrp="1"/>
          </p:cNvSpPr>
          <p:nvPr>
            <p:ph type="sldNum" idx="14"/>
          </p:nvPr>
        </p:nvSpPr>
        <p:spPr>
          <a:xfrm>
            <a:off x="7560000" y="5130000"/>
            <a:ext cx="2338920" cy="39132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Arial"/>
              </a:defRPr>
            </a:lvl1pPr>
          </a:lstStyle>
          <a:p>
            <a:pPr indent="0" algn="r">
              <a:lnSpc>
                <a:spcPct val="100000"/>
              </a:lnSpc>
              <a:buNone/>
              <a:tabLst>
                <a:tab algn="l" pos="0"/>
              </a:tabLst>
            </a:pPr>
            <a:fld id="{5555AD80-4B2F-4D3A-8AD4-029A90B7EE27}" type="slidenum">
              <a:rPr b="0" lang="en-US"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94" name="PlaceHolder 4"/>
          <p:cNvSpPr>
            <a:spLocks noGrp="1"/>
          </p:cNvSpPr>
          <p:nvPr>
            <p:ph type="dt" idx="15"/>
          </p:nvPr>
        </p:nvSpPr>
        <p:spPr>
          <a:xfrm>
            <a:off x="180000" y="5130000"/>
            <a:ext cx="2338920" cy="39132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95"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9" r:id="rId2"/>
    <p:sldLayoutId id="2147483660"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
          <p:cNvSpPr/>
          <p:nvPr/>
        </p:nvSpPr>
        <p:spPr>
          <a:xfrm>
            <a:off x="0" y="360"/>
            <a:ext cx="10078920" cy="5668560"/>
          </a:xfrm>
          <a:prstGeom prst="rect">
            <a:avLst/>
          </a:prstGeom>
          <a:gradFill rotWithShape="0">
            <a:gsLst>
              <a:gs pos="30000">
                <a:srgbClr val="000032"/>
              </a:gs>
              <a:gs pos="100000">
                <a:srgbClr val="f60063"/>
              </a:gs>
            </a:gsLst>
            <a:lin ang="4200000"/>
          </a:gradFill>
          <a:ln w="0">
            <a:noFill/>
          </a:ln>
        </p:spPr>
        <p:style>
          <a:lnRef idx="0"/>
          <a:fillRef idx="0"/>
          <a:effectRef idx="0"/>
          <a:fontRef idx="minor"/>
        </p:style>
        <p:txBody>
          <a:bodyPr wrap="none" lIns="0" rIns="0" tIns="0" bIns="0" anchor="b">
            <a:noAutofit/>
          </a:bodyPr>
          <a:p>
            <a:endParaRPr b="0" lang="en-US" sz="2400" spc="-1" strike="noStrike">
              <a:solidFill>
                <a:srgbClr val="000000"/>
              </a:solidFill>
              <a:latin typeface="Arial"/>
              <a:ea typeface="DejaVu Sans"/>
            </a:endParaRPr>
          </a:p>
        </p:txBody>
      </p:sp>
      <p:sp>
        <p:nvSpPr>
          <p:cNvPr id="101" name=""/>
          <p:cNvSpPr/>
          <p:nvPr/>
        </p:nvSpPr>
        <p:spPr>
          <a:xfrm flipH="1">
            <a:off x="-3240" y="0"/>
            <a:ext cx="10079280" cy="5669280"/>
          </a:xfrm>
          <a:prstGeom prst="rect">
            <a:avLst/>
          </a:prstGeom>
          <a:gradFill rotWithShape="0">
            <a:gsLst>
              <a:gs pos="0">
                <a:srgbClr val="ffffff">
                  <a:alpha val="90000"/>
                </a:srgbClr>
              </a:gs>
              <a:gs pos="75000">
                <a:srgbClr val="ffffff">
                  <a:alpha val="20000"/>
                </a:srgbClr>
              </a:gs>
            </a:gsLst>
            <a:path path="circle">
              <a:fillToRect l="50000" t="85000" r="50000" b="15000"/>
            </a:path>
          </a:gradFill>
          <a:ln w="0">
            <a:noFill/>
          </a:ln>
        </p:spPr>
        <p:style>
          <a:lnRef idx="0"/>
          <a:fillRef idx="0"/>
          <a:effectRef idx="0"/>
          <a:fontRef idx="minor"/>
        </p:style>
        <p:txBody>
          <a:bodyPr wrap="none" lIns="0" rIns="0" tIns="0" bIns="0" anchor="b">
            <a:noAutofit/>
          </a:bodyPr>
          <a:p>
            <a:endParaRPr b="0" lang="en-US" sz="2400" spc="-1" strike="noStrike">
              <a:solidFill>
                <a:srgbClr val="000000"/>
              </a:solidFill>
              <a:latin typeface="Arial"/>
              <a:ea typeface="DejaVu Sans"/>
            </a:endParaRPr>
          </a:p>
        </p:txBody>
      </p:sp>
      <p:sp>
        <p:nvSpPr>
          <p:cNvPr id="102" name=""/>
          <p:cNvSpPr/>
          <p:nvPr/>
        </p:nvSpPr>
        <p:spPr>
          <a:xfrm>
            <a:off x="0" y="1260360"/>
            <a:ext cx="10258920" cy="4498560"/>
          </a:xfrm>
          <a:prstGeom prst="rect">
            <a:avLst/>
          </a:prstGeom>
          <a:solidFill>
            <a:srgbClr val="ffffff"/>
          </a:solidFill>
          <a:ln w="0">
            <a:noFill/>
          </a:ln>
        </p:spPr>
        <p:style>
          <a:lnRef idx="0"/>
          <a:fillRef idx="0"/>
          <a:effectRef idx="0"/>
          <a:fontRef idx="minor"/>
        </p:style>
        <p:txBody>
          <a:bodyPr wrap="none" lIns="0" rIns="0" tIns="0" bIns="0" anchor="b">
            <a:noAutofit/>
          </a:bodyPr>
          <a:p>
            <a:endParaRPr b="0" lang="en-US" sz="2400" spc="-1" strike="noStrike">
              <a:solidFill>
                <a:srgbClr val="000000"/>
              </a:solidFill>
              <a:latin typeface="Arial"/>
              <a:ea typeface="DejaVu Sans"/>
            </a:endParaRPr>
          </a:p>
        </p:txBody>
      </p:sp>
      <p:sp>
        <p:nvSpPr>
          <p:cNvPr id="103" name=""/>
          <p:cNvSpPr/>
          <p:nvPr/>
        </p:nvSpPr>
        <p:spPr>
          <a:xfrm>
            <a:off x="180360" y="5130360"/>
            <a:ext cx="2338920" cy="391320"/>
          </a:xfrm>
          <a:prstGeom prst="rect">
            <a:avLst/>
          </a:prstGeom>
          <a:noFill/>
          <a:ln w="0">
            <a:noFill/>
          </a:ln>
        </p:spPr>
        <p:style>
          <a:lnRef idx="0"/>
          <a:fillRef idx="0"/>
          <a:effectRef idx="0"/>
          <a:fontRef idx="minor"/>
        </p:style>
        <p:txBody>
          <a:bodyPr lIns="0" rIns="0" tIns="0" bIns="0" anchor="b">
            <a:noAutofit/>
          </a:bodyPr>
          <a:p>
            <a:pPr>
              <a:lnSpc>
                <a:spcPct val="100000"/>
              </a:lnSpc>
            </a:pPr>
            <a:r>
              <a:rPr b="0" lang="en-US" sz="1400" spc="-1" strike="noStrike">
                <a:solidFill>
                  <a:srgbClr val="000000"/>
                </a:solidFill>
                <a:latin typeface="Arial"/>
                <a:ea typeface="DejaVu Sans"/>
              </a:rPr>
              <a:t>&lt;date/time&gt;</a:t>
            </a:r>
            <a:endParaRPr b="0" lang="en-US" sz="1400" spc="-1" strike="noStrike">
              <a:solidFill>
                <a:srgbClr val="000000"/>
              </a:solidFill>
              <a:latin typeface="Arial"/>
            </a:endParaRPr>
          </a:p>
        </p:txBody>
      </p:sp>
      <p:sp>
        <p:nvSpPr>
          <p:cNvPr id="104" name=""/>
          <p:cNvSpPr/>
          <p:nvPr/>
        </p:nvSpPr>
        <p:spPr>
          <a:xfrm>
            <a:off x="7560360" y="5130360"/>
            <a:ext cx="2338920" cy="391320"/>
          </a:xfrm>
          <a:prstGeom prst="rect">
            <a:avLst/>
          </a:prstGeom>
          <a:noFill/>
          <a:ln w="0">
            <a:noFill/>
          </a:ln>
        </p:spPr>
        <p:style>
          <a:lnRef idx="0"/>
          <a:fillRef idx="0"/>
          <a:effectRef idx="0"/>
          <a:fontRef idx="minor"/>
        </p:style>
        <p:txBody>
          <a:bodyPr lIns="0" rIns="0" tIns="0" bIns="0" anchor="b">
            <a:noAutofit/>
          </a:bodyPr>
          <a:p>
            <a:pPr algn="r">
              <a:lnSpc>
                <a:spcPct val="100000"/>
              </a:lnSpc>
            </a:pPr>
            <a:fld id="{3AA6F33B-704B-4616-941E-74A402D54662}" type="slidenum">
              <a:rPr b="0" lang="en-US" sz="1400" spc="-1" strike="noStrike">
                <a:solidFill>
                  <a:srgbClr val="000000"/>
                </a:solidFill>
                <a:latin typeface="Arial"/>
                <a:ea typeface="DejaVu Sans"/>
              </a:rPr>
              <a:t>&lt;number&gt;</a:t>
            </a:fld>
            <a:endParaRPr b="0" lang="en-US" sz="1400" spc="-1" strike="noStrike">
              <a:solidFill>
                <a:srgbClr val="000000"/>
              </a:solidFill>
              <a:latin typeface="Arial"/>
            </a:endParaRPr>
          </a:p>
        </p:txBody>
      </p:sp>
      <p:sp>
        <p:nvSpPr>
          <p:cNvPr id="105" name=""/>
          <p:cNvSpPr/>
          <p:nvPr/>
        </p:nvSpPr>
        <p:spPr>
          <a:xfrm>
            <a:off x="1440360" y="1080360"/>
            <a:ext cx="1438920" cy="1258920"/>
          </a:xfrm>
          <a:prstGeom prst="ellipse">
            <a:avLst/>
          </a:prstGeom>
          <a:solidFill>
            <a:srgbClr val="ffffff">
              <a:alpha val="30000"/>
            </a:srgbClr>
          </a:solidFill>
          <a:ln w="0">
            <a:noFill/>
          </a:ln>
        </p:spPr>
        <p:style>
          <a:lnRef idx="0"/>
          <a:fillRef idx="0"/>
          <a:effectRef idx="0"/>
          <a:fontRef idx="minor"/>
        </p:style>
        <p:txBody>
          <a:bodyPr wrap="none" lIns="0" rIns="0" tIns="0" bIns="0" anchor="b">
            <a:noAutofit/>
          </a:bodyPr>
          <a:p>
            <a:endParaRPr b="0" lang="en-US" sz="2400" spc="-1" strike="noStrike">
              <a:solidFill>
                <a:srgbClr val="000000"/>
              </a:solidFill>
              <a:latin typeface="Arial"/>
              <a:ea typeface="DejaVu Sans"/>
            </a:endParaRPr>
          </a:p>
        </p:txBody>
      </p:sp>
      <p:sp>
        <p:nvSpPr>
          <p:cNvPr id="106" name=""/>
          <p:cNvSpPr/>
          <p:nvPr/>
        </p:nvSpPr>
        <p:spPr>
          <a:xfrm>
            <a:off x="7380360" y="3960360"/>
            <a:ext cx="1438920" cy="1258920"/>
          </a:xfrm>
          <a:prstGeom prst="ellipse">
            <a:avLst/>
          </a:prstGeom>
          <a:solidFill>
            <a:srgbClr val="ffffff">
              <a:alpha val="30000"/>
            </a:srgbClr>
          </a:solidFill>
          <a:ln w="0">
            <a:noFill/>
          </a:ln>
        </p:spPr>
        <p:style>
          <a:lnRef idx="0"/>
          <a:fillRef idx="0"/>
          <a:effectRef idx="0"/>
          <a:fontRef idx="minor"/>
        </p:style>
        <p:txBody>
          <a:bodyPr wrap="none" lIns="0" rIns="0" tIns="0" bIns="0" anchor="b">
            <a:noAutofit/>
          </a:bodyPr>
          <a:p>
            <a:endParaRPr b="0" lang="en-US" sz="2400" spc="-1" strike="noStrike">
              <a:solidFill>
                <a:srgbClr val="000000"/>
              </a:solidFill>
              <a:latin typeface="Arial"/>
              <a:ea typeface="DejaVu Sans"/>
            </a:endParaRPr>
          </a:p>
        </p:txBody>
      </p:sp>
      <p:sp>
        <p:nvSpPr>
          <p:cNvPr id="107" name=""/>
          <p:cNvSpPr/>
          <p:nvPr/>
        </p:nvSpPr>
        <p:spPr>
          <a:xfrm>
            <a:off x="540360" y="1080360"/>
            <a:ext cx="718920" cy="718920"/>
          </a:xfrm>
          <a:prstGeom prst="ellipse">
            <a:avLst/>
          </a:prstGeom>
          <a:solidFill>
            <a:srgbClr val="ffffff">
              <a:alpha val="20000"/>
            </a:srgbClr>
          </a:solidFill>
          <a:ln w="0">
            <a:noFill/>
          </a:ln>
        </p:spPr>
        <p:style>
          <a:lnRef idx="0"/>
          <a:fillRef idx="0"/>
          <a:effectRef idx="0"/>
          <a:fontRef idx="minor"/>
        </p:style>
        <p:txBody>
          <a:bodyPr wrap="none" lIns="0" rIns="0" tIns="0" bIns="0" anchor="b">
            <a:noAutofit/>
          </a:bodyPr>
          <a:p>
            <a:endParaRPr b="0" lang="en-US" sz="2400" spc="-1" strike="noStrike">
              <a:solidFill>
                <a:srgbClr val="000000"/>
              </a:solidFill>
              <a:latin typeface="Arial"/>
              <a:ea typeface="DejaVu Sans"/>
            </a:endParaRPr>
          </a:p>
        </p:txBody>
      </p:sp>
      <p:sp>
        <p:nvSpPr>
          <p:cNvPr id="108" name=""/>
          <p:cNvSpPr/>
          <p:nvPr/>
        </p:nvSpPr>
        <p:spPr>
          <a:xfrm>
            <a:off x="360" y="1260360"/>
            <a:ext cx="718920" cy="718920"/>
          </a:xfrm>
          <a:prstGeom prst="ellipse">
            <a:avLst/>
          </a:prstGeom>
          <a:solidFill>
            <a:srgbClr val="ffffff">
              <a:alpha val="10000"/>
            </a:srgbClr>
          </a:solidFill>
          <a:ln w="0">
            <a:noFill/>
          </a:ln>
        </p:spPr>
        <p:style>
          <a:lnRef idx="0"/>
          <a:fillRef idx="0"/>
          <a:effectRef idx="0"/>
          <a:fontRef idx="minor"/>
        </p:style>
        <p:txBody>
          <a:bodyPr wrap="none" lIns="0" rIns="0" tIns="0" bIns="0" anchor="b">
            <a:noAutofit/>
          </a:bodyPr>
          <a:p>
            <a:endParaRPr b="0" lang="en-US" sz="2400" spc="-1" strike="noStrike">
              <a:solidFill>
                <a:srgbClr val="000000"/>
              </a:solidFill>
              <a:latin typeface="Arial"/>
              <a:ea typeface="DejaVu Sans"/>
            </a:endParaRPr>
          </a:p>
        </p:txBody>
      </p:sp>
      <p:sp>
        <p:nvSpPr>
          <p:cNvPr id="109" name="PlaceHolder 1"/>
          <p:cNvSpPr>
            <a:spLocks noGrp="1"/>
          </p:cNvSpPr>
          <p:nvPr>
            <p:ph type="title"/>
          </p:nvPr>
        </p:nvSpPr>
        <p:spPr>
          <a:xfrm>
            <a:off x="540000" y="270000"/>
            <a:ext cx="8998920" cy="98892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10" name="PlaceHolder 2"/>
          <p:cNvSpPr>
            <a:spLocks noGrp="1"/>
          </p:cNvSpPr>
          <p:nvPr>
            <p:ph type="ftr" idx="16"/>
          </p:nvPr>
        </p:nvSpPr>
        <p:spPr>
          <a:xfrm>
            <a:off x="3420000" y="5130000"/>
            <a:ext cx="3238920" cy="391320"/>
          </a:xfrm>
          <a:prstGeom prst="rect">
            <a:avLst/>
          </a:prstGeom>
          <a:noFill/>
          <a:ln w="0">
            <a:noFill/>
          </a:ln>
        </p:spPr>
        <p:txBody>
          <a:bodyPr lIns="0" rIns="0" tIns="0" bIns="0" anchor="b">
            <a:noAutofit/>
          </a:bodyPr>
          <a:lstStyle>
            <a:lvl1pPr indent="0" algn="ctr">
              <a:lnSpc>
                <a:spcPct val="100000"/>
              </a:lnSpc>
              <a:buNone/>
              <a:tabLst>
                <a:tab algn="l" pos="0"/>
              </a:tabLst>
              <a:defRPr b="0" lang="en-US" sz="1400" spc="-1" strike="noStrike">
                <a:solidFill>
                  <a:srgbClr val="000000"/>
                </a:solidFill>
                <a:latin typeface="Arial"/>
              </a:defRPr>
            </a:lvl1pPr>
          </a:lstStyle>
          <a:p>
            <a:pPr indent="0" algn="ctr">
              <a:lnSpc>
                <a:spcPct val="100000"/>
              </a:lnSpc>
              <a:buNone/>
              <a:tabLst>
                <a:tab algn="l" pos="0"/>
              </a:tabLst>
            </a:pPr>
            <a:r>
              <a:rPr b="0" lang="en-US"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11" name="PlaceHolder 3"/>
          <p:cNvSpPr>
            <a:spLocks noGrp="1"/>
          </p:cNvSpPr>
          <p:nvPr>
            <p:ph type="sldNum" idx="17"/>
          </p:nvPr>
        </p:nvSpPr>
        <p:spPr>
          <a:xfrm>
            <a:off x="7560000" y="5130000"/>
            <a:ext cx="2338920" cy="39132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Arial"/>
              </a:defRPr>
            </a:lvl1pPr>
          </a:lstStyle>
          <a:p>
            <a:pPr indent="0" algn="r">
              <a:lnSpc>
                <a:spcPct val="100000"/>
              </a:lnSpc>
              <a:buNone/>
              <a:tabLst>
                <a:tab algn="l" pos="0"/>
              </a:tabLst>
            </a:pPr>
            <a:fld id="{CCA09786-8028-440E-886D-806BD43C69A6}" type="slidenum">
              <a:rPr b="0" lang="en-US"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12" name="PlaceHolder 4"/>
          <p:cNvSpPr>
            <a:spLocks noGrp="1"/>
          </p:cNvSpPr>
          <p:nvPr>
            <p:ph type="dt" idx="18"/>
          </p:nvPr>
        </p:nvSpPr>
        <p:spPr>
          <a:xfrm>
            <a:off x="180000" y="5130000"/>
            <a:ext cx="2338920" cy="39132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13"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8.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slideLayout" Target="../slideLayouts/slideLayout10.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9.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slideLayout" Target="../slideLayouts/slideLayout10.xml"/>
</Relationships>
</file>

<file path=ppt/slides/_rels/slide10.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9.xml"/>
</Relationships>
</file>

<file path=ppt/slides/_rels/slide11.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slideLayout" Target="../slideLayouts/slideLayout9.xml"/>
</Relationships>
</file>

<file path=ppt/slides/_rels/slide12.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slideLayout" Target="../slideLayouts/slideLayout9.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subTitle"/>
          </p:nvPr>
        </p:nvSpPr>
        <p:spPr>
          <a:xfrm>
            <a:off x="457200" y="4572000"/>
            <a:ext cx="3152520" cy="678960"/>
          </a:xfrm>
          <a:prstGeom prst="rect">
            <a:avLst/>
          </a:prstGeom>
          <a:noFill/>
          <a:ln w="0">
            <a:noFill/>
          </a:ln>
        </p:spPr>
        <p:txBody>
          <a:bodyPr lIns="0" rIns="0" tIns="0" bIns="0" anchor="ctr">
            <a:noAutofit/>
          </a:bodyPr>
          <a:p>
            <a:pPr algn="ctr">
              <a:lnSpc>
                <a:spcPct val="100000"/>
              </a:lnSpc>
            </a:pPr>
            <a:r>
              <a:rPr b="0" lang="en-US" sz="2400" spc="-1" strike="noStrike">
                <a:solidFill>
                  <a:srgbClr val="ffffff"/>
                </a:solidFill>
                <a:latin typeface="Arial"/>
              </a:rPr>
              <a:t>Basel Al-Dwiari 2022502065</a:t>
            </a:r>
            <a:endParaRPr b="0" lang="en-US" sz="2400" spc="-1" strike="noStrike">
              <a:solidFill>
                <a:srgbClr val="000000"/>
              </a:solidFill>
              <a:latin typeface="Arial"/>
            </a:endParaRPr>
          </a:p>
        </p:txBody>
      </p:sp>
      <p:sp>
        <p:nvSpPr>
          <p:cNvPr id="119" name=""/>
          <p:cNvSpPr/>
          <p:nvPr/>
        </p:nvSpPr>
        <p:spPr>
          <a:xfrm>
            <a:off x="685800" y="685800"/>
            <a:ext cx="8685720" cy="1370520"/>
          </a:xfrm>
          <a:prstGeom prst="rect">
            <a:avLst/>
          </a:prstGeom>
          <a:noFill/>
          <a:ln w="18000">
            <a:noFill/>
          </a:ln>
        </p:spPr>
        <p:style>
          <a:lnRef idx="0"/>
          <a:fillRef idx="0"/>
          <a:effectRef idx="0"/>
          <a:fontRef idx="minor"/>
        </p:style>
        <p:txBody>
          <a:bodyPr lIns="90000" rIns="90000" tIns="45000" bIns="45000" anchor="t">
            <a:noAutofit/>
          </a:bodyPr>
          <a:p>
            <a:pPr>
              <a:lnSpc>
                <a:spcPct val="100000"/>
              </a:lnSpc>
            </a:pPr>
            <a:r>
              <a:rPr b="0" lang="en-US" sz="4000" spc="-1" strike="noStrike">
                <a:solidFill>
                  <a:srgbClr val="ffffff"/>
                </a:solidFill>
                <a:latin typeface="Arial"/>
                <a:ea typeface="DejaVu Sans"/>
              </a:rPr>
              <a:t>N-Queens Problem</a:t>
            </a:r>
            <a:endParaRPr b="0" lang="en-US" sz="4000" spc="-1" strike="noStrike">
              <a:solidFill>
                <a:srgbClr val="000000"/>
              </a:solidFill>
              <a:latin typeface="Arial"/>
            </a:endParaRPr>
          </a:p>
        </p:txBody>
      </p:sp>
      <p:sp>
        <p:nvSpPr>
          <p:cNvPr id="120" name=""/>
          <p:cNvSpPr/>
          <p:nvPr/>
        </p:nvSpPr>
        <p:spPr>
          <a:xfrm>
            <a:off x="685800" y="1828800"/>
            <a:ext cx="7542720" cy="2513520"/>
          </a:xfrm>
          <a:prstGeom prst="rect">
            <a:avLst/>
          </a:prstGeom>
          <a:noFill/>
          <a:ln w="18000">
            <a:noFill/>
          </a:ln>
        </p:spPr>
        <p:style>
          <a:lnRef idx="0"/>
          <a:fillRef idx="0"/>
          <a:effectRef idx="0"/>
          <a:fontRef idx="minor"/>
        </p:style>
        <p:txBody>
          <a:bodyPr lIns="90000" rIns="90000" tIns="45000" bIns="45000" anchor="t">
            <a:noAutofit/>
          </a:bodyPr>
          <a:p>
            <a:pPr marL="216000" indent="-216000">
              <a:lnSpc>
                <a:spcPct val="100000"/>
              </a:lnSpc>
              <a:buClr>
                <a:srgbClr val="000000"/>
              </a:buClr>
              <a:buSzPct val="45000"/>
              <a:buFont typeface="Wingdings" charset="2"/>
              <a:buChar char=""/>
            </a:pPr>
            <a:r>
              <a:rPr b="0" lang="en-US" sz="2400" spc="-1" strike="noStrike">
                <a:solidFill>
                  <a:srgbClr val="ffffff"/>
                </a:solidFill>
                <a:latin typeface="Arial"/>
                <a:ea typeface="DejaVu Sans"/>
              </a:rPr>
              <a:t>Backtracking</a:t>
            </a:r>
            <a:endParaRPr b="0" lang="en-US" sz="2400" spc="-1" strike="noStrike">
              <a:solidFill>
                <a:srgbClr val="000000"/>
              </a:solidFill>
              <a:latin typeface="Arial"/>
            </a:endParaRPr>
          </a:p>
          <a:p>
            <a:pPr marL="216000" indent="-216000">
              <a:lnSpc>
                <a:spcPct val="100000"/>
              </a:lnSpc>
              <a:buClr>
                <a:srgbClr val="000000"/>
              </a:buClr>
              <a:buSzPct val="45000"/>
              <a:buFont typeface="Wingdings" charset="2"/>
              <a:buChar char=""/>
            </a:pPr>
            <a:r>
              <a:rPr b="0" lang="en-US" sz="2400" spc="-1" strike="noStrike">
                <a:solidFill>
                  <a:srgbClr val="ffffff"/>
                </a:solidFill>
                <a:latin typeface="Arial"/>
                <a:ea typeface="DejaVu Sans"/>
              </a:rPr>
              <a:t>Backtracking with Forward Checking</a:t>
            </a:r>
            <a:endParaRPr b="0" lang="en-US" sz="2400" spc="-1" strike="noStrike">
              <a:solidFill>
                <a:srgbClr val="000000"/>
              </a:solidFill>
              <a:latin typeface="Arial"/>
            </a:endParaRPr>
          </a:p>
          <a:p>
            <a:pPr marL="216000" indent="-216000">
              <a:lnSpc>
                <a:spcPct val="100000"/>
              </a:lnSpc>
              <a:buClr>
                <a:srgbClr val="000000"/>
              </a:buClr>
              <a:buSzPct val="45000"/>
              <a:buFont typeface="Wingdings" charset="2"/>
              <a:buChar char=""/>
            </a:pPr>
            <a:r>
              <a:rPr b="0" lang="en-US" sz="2400" spc="-1" strike="noStrike">
                <a:solidFill>
                  <a:srgbClr val="ffffff"/>
                </a:solidFill>
                <a:latin typeface="Arial"/>
                <a:ea typeface="DejaVu Sans"/>
              </a:rPr>
              <a:t>Min Conflicts</a:t>
            </a:r>
            <a:endParaRPr b="0" lang="en-US" sz="2400" spc="-1" strike="noStrike">
              <a:solidFill>
                <a:srgbClr val="000000"/>
              </a:solidFill>
              <a:latin typeface="Arial"/>
            </a:endParaRPr>
          </a:p>
          <a:p>
            <a:pPr>
              <a:lnSpc>
                <a:spcPct val="100000"/>
              </a:lnSpc>
            </a:pPr>
            <a:endParaRPr b="0" lang="en-US" sz="2400" spc="-1" strike="noStrike">
              <a:solidFill>
                <a:srgbClr val="000000"/>
              </a:solidFill>
              <a:latin typeface="Arial"/>
            </a:endParaRPr>
          </a:p>
          <a:p>
            <a:pPr marL="216000" indent="-216000">
              <a:lnSpc>
                <a:spcPct val="100000"/>
              </a:lnSpc>
              <a:buClr>
                <a:srgbClr val="000000"/>
              </a:buClr>
              <a:buSzPct val="45000"/>
              <a:buFont typeface="Wingdings" charset="2"/>
              <a:buChar char=""/>
            </a:pPr>
            <a:r>
              <a:rPr b="0" lang="en-US" sz="2400" spc="-1" strike="noStrike">
                <a:solidFill>
                  <a:srgbClr val="ffffff"/>
                </a:solidFill>
                <a:latin typeface="Arial"/>
                <a:ea typeface="DejaVu Sans"/>
              </a:rPr>
              <a:t>Image processing</a:t>
            </a:r>
            <a:endParaRPr b="0" lang="en-US" sz="2400" spc="-1" strike="noStrike">
              <a:solidFill>
                <a:srgbClr val="000000"/>
              </a:solidFill>
              <a:latin typeface="Arial"/>
            </a:endParaRPr>
          </a:p>
          <a:p>
            <a:pPr marL="216000" indent="-216000">
              <a:lnSpc>
                <a:spcPct val="100000"/>
              </a:lnSpc>
              <a:buClr>
                <a:srgbClr val="000000"/>
              </a:buClr>
              <a:buSzPct val="45000"/>
              <a:buFont typeface="Wingdings" charset="2"/>
              <a:buChar char=""/>
            </a:pPr>
            <a:r>
              <a:rPr b="0" lang="en-US" sz="2400" spc="-1" strike="noStrike">
                <a:solidFill>
                  <a:srgbClr val="ffffff"/>
                </a:solidFill>
                <a:latin typeface="Arial"/>
                <a:ea typeface="DejaVu Sans"/>
              </a:rPr>
              <a:t>Streamlit UI</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540000" y="270000"/>
            <a:ext cx="8998920" cy="988920"/>
          </a:xfrm>
          <a:prstGeom prst="rect">
            <a:avLst/>
          </a:prstGeom>
          <a:noFill/>
          <a:ln w="0">
            <a:noFill/>
          </a:ln>
        </p:spPr>
        <p:txBody>
          <a:bodyPr lIns="0" rIns="0" tIns="0" bIns="0" anchor="ctr">
            <a:noAutofit/>
          </a:bodyPr>
          <a:p>
            <a:pPr indent="0" algn="ctr">
              <a:lnSpc>
                <a:spcPct val="100000"/>
              </a:lnSpc>
              <a:buNone/>
              <a:tabLst>
                <a:tab algn="l" pos="0"/>
              </a:tabLst>
            </a:pPr>
            <a:r>
              <a:rPr b="0" lang="en-US" sz="3300" spc="-1" strike="noStrike">
                <a:solidFill>
                  <a:srgbClr val="ffffff"/>
                </a:solidFill>
                <a:latin typeface="Arial"/>
              </a:rPr>
              <a:t>What is the N-Queens problem</a:t>
            </a:r>
            <a:endParaRPr b="0" lang="en-US" sz="3300" spc="-1" strike="noStrike">
              <a:solidFill>
                <a:srgbClr val="000000"/>
              </a:solidFill>
              <a:latin typeface="Arial"/>
            </a:endParaRPr>
          </a:p>
        </p:txBody>
      </p:sp>
      <p:sp>
        <p:nvSpPr>
          <p:cNvPr id="122" name="PlaceHolder 2"/>
          <p:cNvSpPr>
            <a:spLocks noGrp="1"/>
          </p:cNvSpPr>
          <p:nvPr>
            <p:ph/>
          </p:nvPr>
        </p:nvSpPr>
        <p:spPr>
          <a:xfrm>
            <a:off x="540000" y="1440000"/>
            <a:ext cx="8998920" cy="3598920"/>
          </a:xfrm>
          <a:prstGeom prst="rect">
            <a:avLst/>
          </a:prstGeom>
          <a:noFill/>
          <a:ln w="0">
            <a:noFill/>
          </a:ln>
        </p:spPr>
        <p:txBody>
          <a:bodyPr lIns="0" rIns="0" tIns="0" bIns="0" anchor="t">
            <a:normAutofit fontScale="83888"/>
          </a:bodyPr>
          <a:p>
            <a:pPr marL="432000" indent="-324000">
              <a:lnSpc>
                <a:spcPct val="100000"/>
              </a:lnSpc>
              <a:spcAft>
                <a:spcPts val="1057"/>
              </a:spcAft>
              <a:buClr>
                <a:srgbClr val="000000"/>
              </a:buClr>
              <a:buSzPct val="45000"/>
              <a:buFont typeface="Wingdings" charset="2"/>
              <a:buChar char=""/>
            </a:pPr>
            <a:r>
              <a:rPr b="0" lang="en-US" sz="2400" spc="-1" strike="noStrike">
                <a:solidFill>
                  <a:srgbClr val="ffffff"/>
                </a:solidFill>
                <a:latin typeface="Arial"/>
              </a:rPr>
              <a:t>N-Queens problems is a classical AI problem, where there is an N*N chess board grid with N queens.</a:t>
            </a:r>
            <a:endParaRPr b="0" lang="en-US" sz="2400" spc="-1" strike="noStrike">
              <a:solidFill>
                <a:srgbClr val="000000"/>
              </a:solidFill>
              <a:latin typeface="Arial"/>
            </a:endParaRPr>
          </a:p>
          <a:p>
            <a:pPr marL="432000" indent="-324000">
              <a:lnSpc>
                <a:spcPct val="100000"/>
              </a:lnSpc>
              <a:spcAft>
                <a:spcPts val="1057"/>
              </a:spcAft>
              <a:buClr>
                <a:srgbClr val="000000"/>
              </a:buClr>
              <a:buSzPct val="45000"/>
              <a:buFont typeface="Wingdings" charset="2"/>
              <a:buChar char=""/>
            </a:pPr>
            <a:r>
              <a:rPr b="0" lang="en-US" sz="2400" spc="-1" strike="noStrike">
                <a:solidFill>
                  <a:srgbClr val="ffffff"/>
                </a:solidFill>
                <a:latin typeface="Arial"/>
              </a:rPr>
              <a:t>The queens have to be arranged in a way, so no queens attacks any other queen.</a:t>
            </a:r>
            <a:endParaRPr b="0" lang="en-US" sz="2400" spc="-1" strike="noStrike">
              <a:solidFill>
                <a:srgbClr val="000000"/>
              </a:solidFill>
              <a:latin typeface="Arial"/>
            </a:endParaRPr>
          </a:p>
          <a:p>
            <a:pPr marL="432000" indent="-324000">
              <a:lnSpc>
                <a:spcPct val="100000"/>
              </a:lnSpc>
              <a:spcAft>
                <a:spcPts val="1057"/>
              </a:spcAft>
              <a:buClr>
                <a:srgbClr val="000000"/>
              </a:buClr>
              <a:buSzPct val="45000"/>
              <a:buFont typeface="Wingdings" charset="2"/>
              <a:buChar char=""/>
            </a:pPr>
            <a:r>
              <a:rPr b="0" lang="en-US" sz="2400" spc="-1" strike="noStrike">
                <a:solidFill>
                  <a:srgbClr val="ffffff"/>
                </a:solidFill>
                <a:latin typeface="Arial"/>
              </a:rPr>
              <a:t>Constraints:</a:t>
            </a:r>
            <a:endParaRPr b="0" lang="en-US" sz="2400" spc="-1" strike="noStrike">
              <a:solidFill>
                <a:srgbClr val="000000"/>
              </a:solidFill>
              <a:latin typeface="Arial"/>
            </a:endParaRPr>
          </a:p>
          <a:p>
            <a:pPr lvl="1" marL="864000" indent="-324000">
              <a:lnSpc>
                <a:spcPct val="100000"/>
              </a:lnSpc>
              <a:spcAft>
                <a:spcPts val="845"/>
              </a:spcAft>
              <a:buClr>
                <a:srgbClr val="000000"/>
              </a:buClr>
              <a:buSzPct val="75000"/>
              <a:buFont typeface="Symbol" charset="2"/>
              <a:buChar char=""/>
            </a:pPr>
            <a:r>
              <a:rPr b="0" lang="en-US" sz="2100" spc="-1" strike="noStrike">
                <a:solidFill>
                  <a:srgbClr val="ffffff"/>
                </a:solidFill>
                <a:latin typeface="Arial"/>
              </a:rPr>
              <a:t>1 Queens per column</a:t>
            </a:r>
            <a:endParaRPr b="0" lang="en-US" sz="2100" spc="-1" strike="noStrike">
              <a:solidFill>
                <a:srgbClr val="000000"/>
              </a:solidFill>
              <a:latin typeface="Arial"/>
            </a:endParaRPr>
          </a:p>
          <a:p>
            <a:pPr marL="432000" indent="-324000">
              <a:lnSpc>
                <a:spcPct val="100000"/>
              </a:lnSpc>
              <a:spcBef>
                <a:spcPts val="1417"/>
              </a:spcBef>
              <a:buClr>
                <a:srgbClr val="000000"/>
              </a:buClr>
              <a:buSzPct val="45000"/>
              <a:buFont typeface="Wingdings" charset="2"/>
              <a:buChar char=""/>
            </a:pPr>
            <a:r>
              <a:rPr b="0" lang="en-US" sz="2100" spc="-1" strike="noStrike">
                <a:solidFill>
                  <a:srgbClr val="ffffff"/>
                </a:solidFill>
                <a:latin typeface="Arial"/>
              </a:rPr>
              <a:t>State representation:</a:t>
            </a:r>
            <a:endParaRPr b="0" lang="en-US" sz="2100" spc="-1" strike="noStrike">
              <a:solidFill>
                <a:srgbClr val="000000"/>
              </a:solidFill>
              <a:latin typeface="Arial"/>
            </a:endParaRPr>
          </a:p>
          <a:p>
            <a:pPr lvl="1" marL="864000" indent="-324000">
              <a:lnSpc>
                <a:spcPct val="100000"/>
              </a:lnSpc>
              <a:spcBef>
                <a:spcPts val="1134"/>
              </a:spcBef>
              <a:buClr>
                <a:srgbClr val="000000"/>
              </a:buClr>
              <a:buSzPct val="75000"/>
              <a:buFont typeface="Symbol" charset="2"/>
              <a:buChar char=""/>
            </a:pPr>
            <a:r>
              <a:rPr b="0" lang="en-US" sz="2100" spc="-1" strike="noStrike">
                <a:solidFill>
                  <a:srgbClr val="ffffff"/>
                </a:solidFill>
                <a:latin typeface="Arial"/>
              </a:rPr>
              <a:t>Board → np.array()</a:t>
            </a:r>
            <a:endParaRPr b="0" lang="en-US" sz="2100" spc="-1" strike="noStrike">
              <a:solidFill>
                <a:srgbClr val="000000"/>
              </a:solidFill>
              <a:latin typeface="Arial"/>
            </a:endParaRPr>
          </a:p>
          <a:p>
            <a:pPr lvl="1" marL="864000" indent="-324000">
              <a:lnSpc>
                <a:spcPct val="100000"/>
              </a:lnSpc>
              <a:spcBef>
                <a:spcPts val="1134"/>
              </a:spcBef>
              <a:buClr>
                <a:srgbClr val="000000"/>
              </a:buClr>
              <a:buSzPct val="75000"/>
              <a:buFont typeface="Symbol" charset="2"/>
              <a:buChar char=""/>
            </a:pPr>
            <a:r>
              <a:rPr b="0" lang="en-US" sz="2100" spc="-1" strike="noStrike">
                <a:solidFill>
                  <a:srgbClr val="ffffff"/>
                </a:solidFill>
                <a:latin typeface="Arial"/>
              </a:rPr>
              <a:t>Where board[col] = row,</a:t>
            </a:r>
            <a:r>
              <a:rPr b="0" lang="en-US" sz="2100" spc="-1" strike="noStrike">
                <a:solidFill>
                  <a:srgbClr val="ffffff"/>
                </a:solidFill>
                <a:latin typeface="Arial"/>
              </a:rPr>
              <a:t>	</a:t>
            </a:r>
            <a:r>
              <a:rPr b="0" lang="en-US" sz="2100" spc="-1" strike="noStrike">
                <a:solidFill>
                  <a:srgbClr val="ffffff"/>
                </a:solidFill>
                <a:latin typeface="Arial"/>
              </a:rPr>
              <a:t>col is queen, and row is the row that queen is on</a:t>
            </a:r>
            <a:endParaRPr b="0" lang="en-US" sz="2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title"/>
          </p:nvPr>
        </p:nvSpPr>
        <p:spPr>
          <a:xfrm>
            <a:off x="540000" y="270000"/>
            <a:ext cx="8998920" cy="988920"/>
          </a:xfrm>
          <a:prstGeom prst="rect">
            <a:avLst/>
          </a:prstGeom>
          <a:noFill/>
          <a:ln w="0">
            <a:noFill/>
          </a:ln>
        </p:spPr>
        <p:txBody>
          <a:bodyPr lIns="0" rIns="0" tIns="0" bIns="0" anchor="ctr">
            <a:noAutofit/>
          </a:bodyPr>
          <a:p>
            <a:pPr indent="0" algn="ctr">
              <a:lnSpc>
                <a:spcPct val="100000"/>
              </a:lnSpc>
              <a:buNone/>
              <a:tabLst>
                <a:tab algn="l" pos="0"/>
              </a:tabLst>
            </a:pPr>
            <a:r>
              <a:rPr b="0" lang="en-US" sz="3300" spc="-1" strike="noStrike">
                <a:solidFill>
                  <a:srgbClr val="ffffff"/>
                </a:solidFill>
                <a:latin typeface="Arial"/>
              </a:rPr>
              <a:t>Why is N-Queens Interesting?</a:t>
            </a:r>
            <a:endParaRPr b="0" lang="en-US" sz="3300" spc="-1" strike="noStrike">
              <a:solidFill>
                <a:srgbClr val="000000"/>
              </a:solidFill>
              <a:latin typeface="Arial"/>
            </a:endParaRPr>
          </a:p>
        </p:txBody>
      </p:sp>
      <p:sp>
        <p:nvSpPr>
          <p:cNvPr id="124" name="PlaceHolder 2"/>
          <p:cNvSpPr>
            <a:spLocks noGrp="1"/>
          </p:cNvSpPr>
          <p:nvPr>
            <p:ph type="subTitle"/>
          </p:nvPr>
        </p:nvSpPr>
        <p:spPr>
          <a:xfrm>
            <a:off x="540000" y="1440000"/>
            <a:ext cx="8998920" cy="3598920"/>
          </a:xfrm>
          <a:prstGeom prst="rect">
            <a:avLst/>
          </a:prstGeom>
          <a:noFill/>
          <a:ln w="0">
            <a:noFill/>
          </a:ln>
        </p:spPr>
        <p:txBody>
          <a:bodyPr lIns="0" rIns="0" tIns="0" bIns="0" anchor="ctr">
            <a:noAutofit/>
          </a:bodyPr>
          <a:p>
            <a:pPr indent="0">
              <a:lnSpc>
                <a:spcPct val="100000"/>
              </a:lnSpc>
              <a:buNone/>
              <a:tabLst>
                <a:tab algn="l" pos="0"/>
              </a:tabLst>
            </a:pPr>
            <a:r>
              <a:rPr b="0" lang="en-US" sz="3200" spc="-1" strike="noStrike">
                <a:solidFill>
                  <a:srgbClr val="000000"/>
                </a:solidFill>
                <a:latin typeface="Arial"/>
              </a:rPr>
              <a:t>This problems teaches us a lot about how we should approach problem solving in AI</a:t>
            </a:r>
            <a:endParaRPr b="0" lang="en-US" sz="3200" spc="-1" strike="noStrike">
              <a:solidFill>
                <a:srgbClr val="000000"/>
              </a:solidFill>
              <a:latin typeface="Arial"/>
            </a:endParaRPr>
          </a:p>
          <a:p>
            <a:pPr indent="0">
              <a:lnSpc>
                <a:spcPct val="100000"/>
              </a:lnSpc>
              <a:buNone/>
              <a:tabLst>
                <a:tab algn="l" pos="0"/>
              </a:tabLst>
            </a:pPr>
            <a:endParaRPr b="0" lang="en-US" sz="3200" spc="-1" strike="noStrike">
              <a:solidFill>
                <a:srgbClr val="000000"/>
              </a:solidFill>
              <a:latin typeface="Arial"/>
            </a:endParaRPr>
          </a:p>
          <a:p>
            <a:pPr indent="0">
              <a:lnSpc>
                <a:spcPct val="100000"/>
              </a:lnSpc>
              <a:buNone/>
              <a:tabLst>
                <a:tab algn="l" pos="0"/>
              </a:tabLst>
            </a:pPr>
            <a:r>
              <a:rPr b="0" lang="en-US" sz="3200" spc="-1" strike="noStrike">
                <a:solidFill>
                  <a:srgbClr val="000000"/>
                </a:solidFill>
                <a:latin typeface="Arial"/>
              </a:rPr>
              <a:t>The algorithms tested are the following:</a:t>
            </a:r>
            <a:endParaRPr b="0" lang="en-US" sz="3200" spc="-1" strike="noStrike">
              <a:solidFill>
                <a:srgbClr val="000000"/>
              </a:solidFill>
              <a:latin typeface="Arial"/>
            </a:endParaRPr>
          </a:p>
          <a:p>
            <a:pPr marL="216000" indent="-216000">
              <a:lnSpc>
                <a:spcPct val="100000"/>
              </a:lnSpc>
              <a:buClr>
                <a:srgbClr val="000000"/>
              </a:buClr>
              <a:buSzPct val="45000"/>
              <a:buFont typeface="Wingdings" charset="2"/>
              <a:buChar char=""/>
              <a:tabLst>
                <a:tab algn="l" pos="0"/>
              </a:tabLst>
            </a:pPr>
            <a:r>
              <a:rPr b="0" lang="en-US" sz="3200" spc="-1" strike="noStrike">
                <a:solidFill>
                  <a:srgbClr val="000000"/>
                </a:solidFill>
                <a:latin typeface="Arial"/>
              </a:rPr>
              <a:t>Backtracking</a:t>
            </a:r>
            <a:endParaRPr b="0" lang="en-US" sz="3200" spc="-1" strike="noStrike">
              <a:solidFill>
                <a:srgbClr val="000000"/>
              </a:solidFill>
              <a:latin typeface="Arial"/>
            </a:endParaRPr>
          </a:p>
          <a:p>
            <a:pPr marL="216000" indent="-216000">
              <a:lnSpc>
                <a:spcPct val="100000"/>
              </a:lnSpc>
              <a:buClr>
                <a:srgbClr val="000000"/>
              </a:buClr>
              <a:buSzPct val="45000"/>
              <a:buFont typeface="Wingdings" charset="2"/>
              <a:buChar char=""/>
              <a:tabLst>
                <a:tab algn="l" pos="0"/>
              </a:tabLst>
            </a:pPr>
            <a:r>
              <a:rPr b="0" lang="en-US" sz="3200" spc="-1" strike="noStrike">
                <a:solidFill>
                  <a:srgbClr val="000000"/>
                </a:solidFill>
                <a:latin typeface="Arial"/>
              </a:rPr>
              <a:t>Backtracking with forward checking</a:t>
            </a:r>
            <a:endParaRPr b="0" lang="en-US" sz="3200" spc="-1" strike="noStrike">
              <a:solidFill>
                <a:srgbClr val="000000"/>
              </a:solidFill>
              <a:latin typeface="Arial"/>
            </a:endParaRPr>
          </a:p>
          <a:p>
            <a:pPr marL="216000" indent="-216000">
              <a:lnSpc>
                <a:spcPct val="100000"/>
              </a:lnSpc>
              <a:buClr>
                <a:srgbClr val="000000"/>
              </a:buClr>
              <a:buSzPct val="45000"/>
              <a:buFont typeface="Wingdings" charset="2"/>
              <a:buChar char=""/>
              <a:tabLst>
                <a:tab algn="l" pos="0"/>
              </a:tabLst>
            </a:pPr>
            <a:r>
              <a:rPr b="0" lang="en-US" sz="3200" spc="-1" strike="noStrike">
                <a:solidFill>
                  <a:srgbClr val="000000"/>
                </a:solidFill>
                <a:latin typeface="Arial"/>
              </a:rPr>
              <a:t>Min Conflicts (Local, Heuristic)</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540000" y="270000"/>
            <a:ext cx="8998920" cy="988920"/>
          </a:xfrm>
          <a:prstGeom prst="rect">
            <a:avLst/>
          </a:prstGeom>
          <a:noFill/>
          <a:ln w="0">
            <a:noFill/>
          </a:ln>
        </p:spPr>
        <p:txBody>
          <a:bodyPr lIns="0" rIns="0" tIns="0" bIns="0" anchor="ctr">
            <a:noAutofit/>
          </a:bodyPr>
          <a:p>
            <a:pPr indent="0" algn="ctr">
              <a:lnSpc>
                <a:spcPct val="100000"/>
              </a:lnSpc>
              <a:buNone/>
              <a:tabLst>
                <a:tab algn="l" pos="0"/>
              </a:tabLst>
            </a:pPr>
            <a:r>
              <a:rPr b="0" lang="en-US" sz="3300" spc="-1" strike="noStrike">
                <a:solidFill>
                  <a:srgbClr val="ffffff"/>
                </a:solidFill>
                <a:latin typeface="Arial"/>
              </a:rPr>
              <a:t>What is Backtracking?</a:t>
            </a:r>
            <a:endParaRPr b="0" lang="en-US" sz="3300" spc="-1" strike="noStrike">
              <a:solidFill>
                <a:srgbClr val="000000"/>
              </a:solidFill>
              <a:latin typeface="Arial"/>
            </a:endParaRPr>
          </a:p>
        </p:txBody>
      </p:sp>
      <p:sp>
        <p:nvSpPr>
          <p:cNvPr id="126" name="PlaceHolder 2"/>
          <p:cNvSpPr>
            <a:spLocks noGrp="1"/>
          </p:cNvSpPr>
          <p:nvPr>
            <p:ph type="subTitle"/>
          </p:nvPr>
        </p:nvSpPr>
        <p:spPr>
          <a:xfrm>
            <a:off x="540000" y="1440000"/>
            <a:ext cx="8998920" cy="3598920"/>
          </a:xfrm>
          <a:prstGeom prst="rect">
            <a:avLst/>
          </a:prstGeom>
          <a:noFill/>
          <a:ln w="0">
            <a:noFill/>
          </a:ln>
        </p:spPr>
        <p:txBody>
          <a:bodyPr lIns="0" rIns="0" tIns="0" bIns="0" anchor="ctr">
            <a:noAutofit/>
          </a:bodyPr>
          <a:p>
            <a:pPr indent="0">
              <a:lnSpc>
                <a:spcPct val="100000"/>
              </a:lnSpc>
              <a:buNone/>
              <a:tabLst>
                <a:tab algn="l" pos="0"/>
              </a:tabLst>
            </a:pPr>
            <a:r>
              <a:rPr b="0" lang="en-US" sz="3200" spc="-1" strike="noStrike">
                <a:solidFill>
                  <a:srgbClr val="000000"/>
                </a:solidFill>
                <a:latin typeface="Arial"/>
              </a:rPr>
              <a:t>Backtracking is testing combinations that start with an empty board, we guess where a queen is placed, and check if this new places satisfies a safety check (Doesn’t attack any previously placed queen)</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540000" y="270000"/>
            <a:ext cx="8998920" cy="988920"/>
          </a:xfrm>
          <a:prstGeom prst="rect">
            <a:avLst/>
          </a:prstGeom>
          <a:noFill/>
          <a:ln w="0">
            <a:noFill/>
          </a:ln>
        </p:spPr>
        <p:txBody>
          <a:bodyPr lIns="0" rIns="0" tIns="0" bIns="0" anchor="ctr">
            <a:noAutofit/>
          </a:bodyPr>
          <a:p>
            <a:pPr indent="0" algn="ctr">
              <a:lnSpc>
                <a:spcPct val="100000"/>
              </a:lnSpc>
              <a:buNone/>
              <a:tabLst>
                <a:tab algn="l" pos="0"/>
              </a:tabLst>
            </a:pPr>
            <a:r>
              <a:rPr b="0" lang="en-US" sz="3300" spc="-1" strike="noStrike">
                <a:solidFill>
                  <a:srgbClr val="ffffff"/>
                </a:solidFill>
                <a:latin typeface="Arial"/>
              </a:rPr>
              <a:t>Why is Backtracking?</a:t>
            </a:r>
            <a:endParaRPr b="0" lang="en-US" sz="3300" spc="-1" strike="noStrike">
              <a:solidFill>
                <a:srgbClr val="000000"/>
              </a:solidFill>
              <a:latin typeface="Arial"/>
            </a:endParaRPr>
          </a:p>
        </p:txBody>
      </p:sp>
      <p:sp>
        <p:nvSpPr>
          <p:cNvPr id="128" name="PlaceHolder 2"/>
          <p:cNvSpPr>
            <a:spLocks noGrp="1"/>
          </p:cNvSpPr>
          <p:nvPr>
            <p:ph type="subTitle"/>
          </p:nvPr>
        </p:nvSpPr>
        <p:spPr>
          <a:xfrm>
            <a:off x="540000" y="1440000"/>
            <a:ext cx="9060840" cy="845640"/>
          </a:xfrm>
          <a:prstGeom prst="rect">
            <a:avLst/>
          </a:prstGeom>
          <a:noFill/>
          <a:ln w="0">
            <a:noFill/>
          </a:ln>
        </p:spPr>
        <p:txBody>
          <a:bodyPr lIns="0" rIns="0" tIns="0" bIns="0" anchor="ctr">
            <a:noAutofit/>
          </a:bodyPr>
          <a:p>
            <a:pPr indent="0" algn="ctr">
              <a:lnSpc>
                <a:spcPct val="100000"/>
              </a:lnSpc>
              <a:buNone/>
              <a:tabLst>
                <a:tab algn="l" pos="0"/>
              </a:tabLst>
            </a:pPr>
            <a:r>
              <a:rPr b="0" lang="en-US" sz="1600" spc="-1" strike="noStrike">
                <a:solidFill>
                  <a:srgbClr val="000000"/>
                </a:solidFill>
                <a:latin typeface="Arial"/>
              </a:rPr>
              <a:t>Safety check</a:t>
            </a:r>
            <a:r>
              <a:rPr b="0" lang="en-US" sz="1600" spc="-1" strike="noStrike">
                <a:solidFill>
                  <a:srgbClr val="000000"/>
                </a:solidFill>
                <a:latin typeface="Arial"/>
              </a:rPr>
              <a:t>	</a:t>
            </a:r>
            <a:r>
              <a:rPr b="0" lang="en-US" sz="1600" spc="-1" strike="noStrike">
                <a:solidFill>
                  <a:srgbClr val="000000"/>
                </a:solidFill>
                <a:latin typeface="Arial"/>
              </a:rPr>
              <a:t>	</a:t>
            </a:r>
            <a:r>
              <a:rPr b="0" lang="en-US" sz="1600" spc="-1" strike="noStrike">
                <a:solidFill>
                  <a:srgbClr val="000000"/>
                </a:solidFill>
                <a:latin typeface="Arial"/>
              </a:rPr>
              <a:t>	</a:t>
            </a:r>
            <a:r>
              <a:rPr b="0" lang="en-US" sz="1600" spc="-1" strike="noStrike">
                <a:solidFill>
                  <a:srgbClr val="000000"/>
                </a:solidFill>
                <a:latin typeface="Arial"/>
              </a:rPr>
              <a:t>	</a:t>
            </a:r>
            <a:r>
              <a:rPr b="0" lang="en-US" sz="1600" spc="-1" strike="noStrike">
                <a:solidFill>
                  <a:srgbClr val="000000"/>
                </a:solidFill>
                <a:latin typeface="Arial"/>
              </a:rPr>
              <a:t>Algorithm</a:t>
            </a:r>
            <a:endParaRPr b="0" lang="en-US" sz="1600" spc="-1" strike="noStrike">
              <a:solidFill>
                <a:srgbClr val="000000"/>
              </a:solidFill>
              <a:latin typeface="Arial"/>
            </a:endParaRPr>
          </a:p>
        </p:txBody>
      </p:sp>
      <p:pic>
        <p:nvPicPr>
          <p:cNvPr id="129" name="" descr=""/>
          <p:cNvPicPr/>
          <p:nvPr/>
        </p:nvPicPr>
        <p:blipFill>
          <a:blip r:embed="rId1"/>
          <a:stretch/>
        </p:blipFill>
        <p:spPr>
          <a:xfrm>
            <a:off x="337320" y="2286000"/>
            <a:ext cx="4920120" cy="1878840"/>
          </a:xfrm>
          <a:prstGeom prst="rect">
            <a:avLst/>
          </a:prstGeom>
          <a:ln w="0">
            <a:noFill/>
          </a:ln>
        </p:spPr>
      </p:pic>
      <p:pic>
        <p:nvPicPr>
          <p:cNvPr id="130" name="" descr=""/>
          <p:cNvPicPr/>
          <p:nvPr/>
        </p:nvPicPr>
        <p:blipFill>
          <a:blip r:embed="rId2"/>
          <a:stretch/>
        </p:blipFill>
        <p:spPr>
          <a:xfrm>
            <a:off x="6090120" y="2286000"/>
            <a:ext cx="2824920" cy="321624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PlaceHolder 1"/>
          <p:cNvSpPr>
            <a:spLocks noGrp="1"/>
          </p:cNvSpPr>
          <p:nvPr>
            <p:ph type="title"/>
          </p:nvPr>
        </p:nvSpPr>
        <p:spPr>
          <a:xfrm>
            <a:off x="540000" y="270000"/>
            <a:ext cx="8998920" cy="988920"/>
          </a:xfrm>
          <a:prstGeom prst="rect">
            <a:avLst/>
          </a:prstGeom>
          <a:noFill/>
          <a:ln w="0">
            <a:noFill/>
          </a:ln>
        </p:spPr>
        <p:txBody>
          <a:bodyPr lIns="0" rIns="0" tIns="0" bIns="0" anchor="ctr">
            <a:noAutofit/>
          </a:bodyPr>
          <a:p>
            <a:pPr indent="0" algn="ctr">
              <a:lnSpc>
                <a:spcPct val="100000"/>
              </a:lnSpc>
              <a:buNone/>
              <a:tabLst>
                <a:tab algn="l" pos="0"/>
              </a:tabLst>
            </a:pPr>
            <a:r>
              <a:rPr b="0" lang="en-US" sz="3300" spc="-1" strike="noStrike">
                <a:solidFill>
                  <a:srgbClr val="ffffff"/>
                </a:solidFill>
                <a:latin typeface="Arial"/>
              </a:rPr>
              <a:t>What is Backtracking with Forward Checking?</a:t>
            </a:r>
            <a:endParaRPr b="0" lang="en-US" sz="3300" spc="-1" strike="noStrike">
              <a:solidFill>
                <a:srgbClr val="000000"/>
              </a:solidFill>
              <a:latin typeface="Arial"/>
            </a:endParaRPr>
          </a:p>
        </p:txBody>
      </p:sp>
      <p:sp>
        <p:nvSpPr>
          <p:cNvPr id="132" name="PlaceHolder 2"/>
          <p:cNvSpPr>
            <a:spLocks noGrp="1"/>
          </p:cNvSpPr>
          <p:nvPr>
            <p:ph type="subTitle"/>
          </p:nvPr>
        </p:nvSpPr>
        <p:spPr>
          <a:xfrm>
            <a:off x="540000" y="1600200"/>
            <a:ext cx="8604000" cy="3438720"/>
          </a:xfrm>
          <a:prstGeom prst="rect">
            <a:avLst/>
          </a:prstGeom>
          <a:noFill/>
          <a:ln w="0">
            <a:noFill/>
          </a:ln>
        </p:spPr>
        <p:txBody>
          <a:bodyPr lIns="0" rIns="0" tIns="0" bIns="0" anchor="ctr">
            <a:noAutofit/>
          </a:bodyPr>
          <a:p>
            <a:pPr indent="0">
              <a:lnSpc>
                <a:spcPct val="100000"/>
              </a:lnSpc>
              <a:buNone/>
              <a:tabLst>
                <a:tab algn="l" pos="0"/>
              </a:tabLst>
            </a:pPr>
            <a:r>
              <a:rPr b="0" lang="en-US" sz="2400" spc="-1" strike="noStrike">
                <a:solidFill>
                  <a:srgbClr val="000000"/>
                </a:solidFill>
                <a:latin typeface="Arial"/>
              </a:rPr>
              <a:t>Backtracking with forward checking is searching through a domain, and updating the domains of every queen after the queen placed, to narrow down the search space</a:t>
            </a:r>
            <a:endParaRPr b="0" lang="en-US" sz="2400" spc="-1" strike="noStrike">
              <a:solidFill>
                <a:srgbClr val="000000"/>
              </a:solidFill>
              <a:latin typeface="Arial"/>
            </a:endParaRPr>
          </a:p>
          <a:p>
            <a:pPr indent="0">
              <a:lnSpc>
                <a:spcPct val="100000"/>
              </a:lnSpc>
              <a:buNone/>
              <a:tabLst>
                <a:tab algn="l" pos="0"/>
              </a:tabLst>
            </a:pPr>
            <a:endParaRPr b="0" lang="en-US" sz="2400" spc="-1" strike="noStrike">
              <a:solidFill>
                <a:srgbClr val="000000"/>
              </a:solidFill>
              <a:latin typeface="Arial"/>
            </a:endParaRPr>
          </a:p>
          <a:p>
            <a:pPr indent="0">
              <a:lnSpc>
                <a:spcPct val="100000"/>
              </a:lnSpc>
              <a:buNone/>
              <a:tabLst>
                <a:tab algn="l" pos="0"/>
              </a:tabLst>
            </a:pPr>
            <a:r>
              <a:rPr b="0" lang="en-US" sz="2400" spc="-1" strike="noStrike">
                <a:solidFill>
                  <a:srgbClr val="000000"/>
                </a:solidFill>
                <a:latin typeface="Arial"/>
              </a:rPr>
              <a:t>Representation:</a:t>
            </a:r>
            <a:endParaRPr b="0" lang="en-US" sz="2400" spc="-1" strike="noStrike">
              <a:solidFill>
                <a:srgbClr val="000000"/>
              </a:solidFill>
              <a:latin typeface="Arial"/>
            </a:endParaRPr>
          </a:p>
          <a:p>
            <a:pPr indent="0">
              <a:lnSpc>
                <a:spcPct val="100000"/>
              </a:lnSpc>
              <a:buNone/>
              <a:tabLst>
                <a:tab algn="l" pos="0"/>
              </a:tabLst>
            </a:pPr>
            <a:r>
              <a:rPr b="0" lang="en-US" sz="2400" spc="-1" strike="noStrike">
                <a:solidFill>
                  <a:srgbClr val="000000"/>
                </a:solidFill>
                <a:latin typeface="Arial"/>
              </a:rPr>
              <a:t>domain[col] = {row1, row2, …., rowN}</a:t>
            </a:r>
            <a:endParaRPr b="0" lang="en-US" sz="2400" spc="-1" strike="noStrike">
              <a:solidFill>
                <a:srgbClr val="000000"/>
              </a:solidFill>
              <a:latin typeface="Arial"/>
            </a:endParaRPr>
          </a:p>
          <a:p>
            <a:pPr indent="0">
              <a:lnSpc>
                <a:spcPct val="100000"/>
              </a:lnSpc>
              <a:buNone/>
              <a:tabLst>
                <a:tab algn="l" pos="0"/>
              </a:tabLst>
            </a:pPr>
            <a:r>
              <a:rPr b="0" lang="en-US" sz="2400" spc="-1" strike="noStrike">
                <a:solidFill>
                  <a:srgbClr val="000000"/>
                </a:solidFill>
                <a:latin typeface="Arial"/>
              </a:rPr>
              <a:t>where col is the queen, and set of rows is the domain where the queen meets the constraints</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PlaceHolder 1"/>
          <p:cNvSpPr>
            <a:spLocks noGrp="1"/>
          </p:cNvSpPr>
          <p:nvPr>
            <p:ph type="title"/>
          </p:nvPr>
        </p:nvSpPr>
        <p:spPr>
          <a:xfrm>
            <a:off x="540000" y="270000"/>
            <a:ext cx="8998920" cy="988920"/>
          </a:xfrm>
          <a:prstGeom prst="rect">
            <a:avLst/>
          </a:prstGeom>
          <a:noFill/>
          <a:ln w="0">
            <a:noFill/>
          </a:ln>
        </p:spPr>
        <p:txBody>
          <a:bodyPr lIns="0" rIns="0" tIns="0" bIns="0" anchor="ctr">
            <a:noAutofit/>
          </a:bodyPr>
          <a:p>
            <a:pPr indent="0" algn="ctr">
              <a:lnSpc>
                <a:spcPct val="100000"/>
              </a:lnSpc>
              <a:buNone/>
              <a:tabLst>
                <a:tab algn="l" pos="0"/>
              </a:tabLst>
            </a:pPr>
            <a:r>
              <a:rPr b="0" lang="en-US" sz="3300" spc="-1" strike="noStrike">
                <a:solidFill>
                  <a:srgbClr val="ffffff"/>
                </a:solidFill>
                <a:latin typeface="Arial"/>
              </a:rPr>
              <a:t>Backtracking with Forward Checking</a:t>
            </a:r>
            <a:endParaRPr b="0" lang="en-US" sz="3300" spc="-1" strike="noStrike">
              <a:solidFill>
                <a:srgbClr val="000000"/>
              </a:solidFill>
              <a:latin typeface="Arial"/>
            </a:endParaRPr>
          </a:p>
        </p:txBody>
      </p:sp>
      <p:sp>
        <p:nvSpPr>
          <p:cNvPr id="134" name="PlaceHolder 2"/>
          <p:cNvSpPr>
            <a:spLocks noGrp="1"/>
          </p:cNvSpPr>
          <p:nvPr>
            <p:ph type="subTitle"/>
          </p:nvPr>
        </p:nvSpPr>
        <p:spPr>
          <a:xfrm>
            <a:off x="540000" y="1258920"/>
            <a:ext cx="9289800" cy="1143000"/>
          </a:xfrm>
          <a:prstGeom prst="rect">
            <a:avLst/>
          </a:prstGeom>
          <a:noFill/>
          <a:ln w="0">
            <a:noFill/>
          </a:ln>
        </p:spPr>
        <p:txBody>
          <a:bodyPr lIns="0" rIns="0" tIns="0" bIns="0" anchor="ctr">
            <a:noAutofit/>
          </a:bodyPr>
          <a:p>
            <a:pPr indent="0" algn="ctr">
              <a:buNone/>
            </a:pPr>
            <a:r>
              <a:rPr b="0" lang="en-US" sz="2400" spc="-1" strike="noStrike">
                <a:solidFill>
                  <a:srgbClr val="000000"/>
                </a:solidFill>
                <a:latin typeface="Arial"/>
              </a:rPr>
              <a:t>Update domains</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Restore Domains</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Algorithm</a:t>
            </a:r>
            <a:endParaRPr b="0" lang="en-US" sz="2400" spc="-1" strike="noStrike">
              <a:solidFill>
                <a:srgbClr val="000000"/>
              </a:solidFill>
              <a:latin typeface="Arial"/>
            </a:endParaRPr>
          </a:p>
        </p:txBody>
      </p:sp>
      <p:pic>
        <p:nvPicPr>
          <p:cNvPr id="135" name="" descr=""/>
          <p:cNvPicPr/>
          <p:nvPr/>
        </p:nvPicPr>
        <p:blipFill>
          <a:blip r:embed="rId1"/>
          <a:stretch/>
        </p:blipFill>
        <p:spPr>
          <a:xfrm>
            <a:off x="80280" y="2057400"/>
            <a:ext cx="3362400" cy="2971800"/>
          </a:xfrm>
          <a:prstGeom prst="rect">
            <a:avLst/>
          </a:prstGeom>
          <a:ln w="0">
            <a:noFill/>
          </a:ln>
        </p:spPr>
      </p:pic>
      <p:pic>
        <p:nvPicPr>
          <p:cNvPr id="136" name="" descr=""/>
          <p:cNvPicPr/>
          <p:nvPr/>
        </p:nvPicPr>
        <p:blipFill>
          <a:blip r:embed="rId2"/>
          <a:stretch/>
        </p:blipFill>
        <p:spPr>
          <a:xfrm>
            <a:off x="3442680" y="2514600"/>
            <a:ext cx="3477240" cy="724680"/>
          </a:xfrm>
          <a:prstGeom prst="rect">
            <a:avLst/>
          </a:prstGeom>
          <a:ln w="0">
            <a:noFill/>
          </a:ln>
        </p:spPr>
      </p:pic>
      <p:pic>
        <p:nvPicPr>
          <p:cNvPr id="137" name="" descr=""/>
          <p:cNvPicPr/>
          <p:nvPr/>
        </p:nvPicPr>
        <p:blipFill>
          <a:blip r:embed="rId3"/>
          <a:stretch/>
        </p:blipFill>
        <p:spPr>
          <a:xfrm>
            <a:off x="7315200" y="1986120"/>
            <a:ext cx="2730600" cy="3043080"/>
          </a:xfrm>
          <a:prstGeom prst="rect">
            <a:avLst/>
          </a:prstGeom>
          <a:ln w="0">
            <a:noFill/>
          </a:ln>
        </p:spPr>
      </p:pic>
      <p:pic>
        <p:nvPicPr>
          <p:cNvPr id="138" name="" descr=""/>
          <p:cNvPicPr/>
          <p:nvPr/>
        </p:nvPicPr>
        <p:blipFill>
          <a:blip r:embed="rId4"/>
          <a:stretch/>
        </p:blipFill>
        <p:spPr>
          <a:xfrm>
            <a:off x="4343400" y="4114800"/>
            <a:ext cx="3160800" cy="142668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PlaceHolder 1"/>
          <p:cNvSpPr>
            <a:spLocks noGrp="1"/>
          </p:cNvSpPr>
          <p:nvPr>
            <p:ph type="title"/>
          </p:nvPr>
        </p:nvSpPr>
        <p:spPr>
          <a:xfrm>
            <a:off x="540000" y="270000"/>
            <a:ext cx="8998920" cy="988920"/>
          </a:xfrm>
          <a:prstGeom prst="rect">
            <a:avLst/>
          </a:prstGeom>
          <a:noFill/>
          <a:ln w="0">
            <a:noFill/>
          </a:ln>
        </p:spPr>
        <p:txBody>
          <a:bodyPr lIns="0" rIns="0" tIns="0" bIns="0" anchor="ctr">
            <a:noAutofit/>
          </a:bodyPr>
          <a:p>
            <a:pPr indent="0" algn="ctr">
              <a:lnSpc>
                <a:spcPct val="100000"/>
              </a:lnSpc>
              <a:buNone/>
              <a:tabLst>
                <a:tab algn="l" pos="0"/>
              </a:tabLst>
            </a:pPr>
            <a:r>
              <a:rPr b="0" lang="en-US" sz="3300" spc="-1" strike="noStrike">
                <a:solidFill>
                  <a:srgbClr val="ffffff"/>
                </a:solidFill>
                <a:latin typeface="Arial"/>
              </a:rPr>
              <a:t>What is Min Conflicts?</a:t>
            </a:r>
            <a:endParaRPr b="0" lang="en-US" sz="3300" spc="-1" strike="noStrike">
              <a:solidFill>
                <a:srgbClr val="000000"/>
              </a:solidFill>
              <a:latin typeface="Arial"/>
            </a:endParaRPr>
          </a:p>
        </p:txBody>
      </p:sp>
      <p:sp>
        <p:nvSpPr>
          <p:cNvPr id="140" name="PlaceHolder 2"/>
          <p:cNvSpPr>
            <a:spLocks noGrp="1"/>
          </p:cNvSpPr>
          <p:nvPr>
            <p:ph type="subTitle"/>
          </p:nvPr>
        </p:nvSpPr>
        <p:spPr>
          <a:xfrm>
            <a:off x="540000" y="1600200"/>
            <a:ext cx="8604000" cy="3438720"/>
          </a:xfrm>
          <a:prstGeom prst="rect">
            <a:avLst/>
          </a:prstGeom>
          <a:noFill/>
          <a:ln w="0">
            <a:noFill/>
          </a:ln>
        </p:spPr>
        <p:txBody>
          <a:bodyPr lIns="0" rIns="0" tIns="0" bIns="0" anchor="ctr">
            <a:noAutofit/>
          </a:bodyPr>
          <a:p>
            <a:pPr indent="0">
              <a:lnSpc>
                <a:spcPct val="100000"/>
              </a:lnSpc>
              <a:buNone/>
              <a:tabLst>
                <a:tab algn="l" pos="0"/>
              </a:tabLst>
            </a:pPr>
            <a:endParaRPr b="0" lang="en-US" sz="1600" spc="-1" strike="noStrike">
              <a:solidFill>
                <a:srgbClr val="000000"/>
              </a:solidFill>
              <a:latin typeface="Arial"/>
            </a:endParaRPr>
          </a:p>
          <a:p>
            <a:pPr indent="0">
              <a:lnSpc>
                <a:spcPct val="100000"/>
              </a:lnSpc>
              <a:buNone/>
              <a:tabLst>
                <a:tab algn="l" pos="0"/>
              </a:tabLst>
            </a:pPr>
            <a:r>
              <a:rPr b="0" lang="en-US" sz="1600" spc="-1" strike="noStrike">
                <a:solidFill>
                  <a:srgbClr val="000000"/>
                </a:solidFill>
                <a:latin typeface="Arial"/>
              </a:rPr>
              <a:t>Min Conflicts is searching the search space with heuristics.</a:t>
            </a:r>
            <a:endParaRPr b="0" lang="en-US" sz="1600" spc="-1" strike="noStrike">
              <a:solidFill>
                <a:srgbClr val="000000"/>
              </a:solidFill>
              <a:latin typeface="Arial"/>
            </a:endParaRPr>
          </a:p>
          <a:p>
            <a:pPr indent="0">
              <a:lnSpc>
                <a:spcPct val="100000"/>
              </a:lnSpc>
              <a:buNone/>
              <a:tabLst>
                <a:tab algn="l" pos="0"/>
              </a:tabLst>
            </a:pPr>
            <a:r>
              <a:rPr b="0" lang="en-US" sz="1600" spc="-1" strike="noStrike">
                <a:solidFill>
                  <a:srgbClr val="000000"/>
                </a:solidFill>
                <a:latin typeface="Arial"/>
              </a:rPr>
              <a:t>The algorithm starts with a random board, unlike the previous algorithms which start with an empty board</a:t>
            </a:r>
            <a:endParaRPr b="0" lang="en-US" sz="1600" spc="-1" strike="noStrike">
              <a:solidFill>
                <a:srgbClr val="000000"/>
              </a:solidFill>
              <a:latin typeface="Arial"/>
            </a:endParaRPr>
          </a:p>
          <a:p>
            <a:pPr indent="0">
              <a:lnSpc>
                <a:spcPct val="100000"/>
              </a:lnSpc>
              <a:buNone/>
              <a:tabLst>
                <a:tab algn="l" pos="0"/>
              </a:tabLst>
            </a:pPr>
            <a:endParaRPr b="0" lang="en-US" sz="1600" spc="-1" strike="noStrike">
              <a:solidFill>
                <a:srgbClr val="000000"/>
              </a:solidFill>
              <a:latin typeface="Arial"/>
            </a:endParaRPr>
          </a:p>
          <a:p>
            <a:pPr indent="0">
              <a:lnSpc>
                <a:spcPct val="100000"/>
              </a:lnSpc>
              <a:buNone/>
              <a:tabLst>
                <a:tab algn="l" pos="0"/>
              </a:tabLst>
            </a:pPr>
            <a:r>
              <a:rPr b="0" lang="en-US" sz="1600" spc="-1" strike="noStrike">
                <a:solidFill>
                  <a:srgbClr val="000000"/>
                </a:solidFill>
                <a:latin typeface="Arial"/>
              </a:rPr>
              <a:t>The heuristic used was the amount of attacking pairs of queens for every state.</a:t>
            </a:r>
            <a:endParaRPr b="0" lang="en-US" sz="1600" spc="-1" strike="noStrike">
              <a:solidFill>
                <a:srgbClr val="000000"/>
              </a:solidFill>
              <a:latin typeface="Arial"/>
            </a:endParaRPr>
          </a:p>
          <a:p>
            <a:pPr indent="0">
              <a:lnSpc>
                <a:spcPct val="100000"/>
              </a:lnSpc>
              <a:buNone/>
              <a:tabLst>
                <a:tab algn="l" pos="0"/>
              </a:tabLst>
            </a:pPr>
            <a:endParaRPr b="0" lang="en-US" sz="1600" spc="-1" strike="noStrike">
              <a:solidFill>
                <a:srgbClr val="000000"/>
              </a:solidFill>
              <a:latin typeface="Arial"/>
            </a:endParaRPr>
          </a:p>
          <a:p>
            <a:pPr indent="0">
              <a:lnSpc>
                <a:spcPct val="100000"/>
              </a:lnSpc>
              <a:buNone/>
              <a:tabLst>
                <a:tab algn="l" pos="0"/>
              </a:tabLst>
            </a:pPr>
            <a:r>
              <a:rPr b="0" lang="en-US" sz="1600" spc="-1" strike="noStrike">
                <a:solidFill>
                  <a:srgbClr val="000000"/>
                </a:solidFill>
                <a:latin typeface="Arial"/>
              </a:rPr>
              <a:t>The algorithm chooses to go to the state with the lowest amount of attacking queens, it randomizes the state that it goes to when more than one state has the same heuristic value, to avoid local minima</a:t>
            </a:r>
            <a:endParaRPr b="0" lang="en-US" sz="1600" spc="-1" strike="noStrike">
              <a:solidFill>
                <a:srgbClr val="000000"/>
              </a:solidFill>
              <a:latin typeface="Arial"/>
            </a:endParaRPr>
          </a:p>
          <a:p>
            <a:pPr indent="0">
              <a:lnSpc>
                <a:spcPct val="100000"/>
              </a:lnSpc>
              <a:buNone/>
              <a:tabLst>
                <a:tab algn="l" pos="0"/>
              </a:tabLst>
            </a:pPr>
            <a:endParaRPr b="0" lang="en-US" sz="1600" spc="-1" strike="noStrike">
              <a:solidFill>
                <a:srgbClr val="000000"/>
              </a:solidFill>
              <a:latin typeface="Arial"/>
            </a:endParaRPr>
          </a:p>
          <a:p>
            <a:pPr indent="0">
              <a:lnSpc>
                <a:spcPct val="100000"/>
              </a:lnSpc>
              <a:buNone/>
              <a:tabLst>
                <a:tab algn="l" pos="0"/>
              </a:tabLst>
            </a:pPr>
            <a:r>
              <a:rPr b="0" lang="en-US" sz="1600" spc="-1" strike="noStrike">
                <a:solidFill>
                  <a:srgbClr val="000000"/>
                </a:solidFill>
                <a:latin typeface="Arial"/>
              </a:rPr>
              <a:t>Random restarts are used when no solution is found for a given board</a:t>
            </a:r>
            <a:endParaRPr b="0" lang="en-US" sz="1600" spc="-1" strike="noStrike">
              <a:solidFill>
                <a:srgbClr val="000000"/>
              </a:solidFill>
              <a:latin typeface="Arial"/>
            </a:endParaRPr>
          </a:p>
          <a:p>
            <a:pPr indent="0">
              <a:lnSpc>
                <a:spcPct val="100000"/>
              </a:lnSpc>
              <a:buNone/>
              <a:tabLst>
                <a:tab algn="l" pos="0"/>
              </a:tabLst>
            </a:pP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PlaceHolder 1"/>
          <p:cNvSpPr>
            <a:spLocks noGrp="1"/>
          </p:cNvSpPr>
          <p:nvPr>
            <p:ph type="title"/>
          </p:nvPr>
        </p:nvSpPr>
        <p:spPr>
          <a:xfrm>
            <a:off x="540000" y="270000"/>
            <a:ext cx="8998920" cy="988920"/>
          </a:xfrm>
          <a:prstGeom prst="rect">
            <a:avLst/>
          </a:prstGeom>
          <a:noFill/>
          <a:ln w="0">
            <a:noFill/>
          </a:ln>
        </p:spPr>
        <p:txBody>
          <a:bodyPr lIns="0" rIns="0" tIns="0" bIns="0" anchor="ctr">
            <a:noAutofit/>
          </a:bodyPr>
          <a:p>
            <a:pPr indent="0" algn="ctr">
              <a:lnSpc>
                <a:spcPct val="100000"/>
              </a:lnSpc>
              <a:buNone/>
              <a:tabLst>
                <a:tab algn="l" pos="0"/>
              </a:tabLst>
            </a:pPr>
            <a:r>
              <a:rPr b="0" lang="en-US" sz="3300" spc="-1" strike="noStrike">
                <a:solidFill>
                  <a:srgbClr val="ffffff"/>
                </a:solidFill>
                <a:latin typeface="Arial"/>
              </a:rPr>
              <a:t>Min Conflicts</a:t>
            </a:r>
            <a:endParaRPr b="0" lang="en-US" sz="3300" spc="-1" strike="noStrike">
              <a:solidFill>
                <a:srgbClr val="000000"/>
              </a:solidFill>
              <a:latin typeface="Arial"/>
            </a:endParaRPr>
          </a:p>
        </p:txBody>
      </p:sp>
      <p:sp>
        <p:nvSpPr>
          <p:cNvPr id="142" name="PlaceHolder 2"/>
          <p:cNvSpPr>
            <a:spLocks noGrp="1"/>
          </p:cNvSpPr>
          <p:nvPr>
            <p:ph type="subTitle"/>
          </p:nvPr>
        </p:nvSpPr>
        <p:spPr>
          <a:xfrm>
            <a:off x="540000" y="1600200"/>
            <a:ext cx="9061200" cy="228600"/>
          </a:xfrm>
          <a:prstGeom prst="rect">
            <a:avLst/>
          </a:prstGeom>
          <a:noFill/>
          <a:ln w="0">
            <a:noFill/>
          </a:ln>
        </p:spPr>
        <p:txBody>
          <a:bodyPr lIns="0" rIns="0" tIns="0" bIns="0" anchor="ctr">
            <a:noAutofit/>
          </a:bodyPr>
          <a:p>
            <a:pPr indent="0" algn="ctr">
              <a:buNone/>
            </a:pPr>
            <a:r>
              <a:rPr b="0" lang="en-US" sz="2400" spc="-1" strike="noStrike">
                <a:solidFill>
                  <a:srgbClr val="000000"/>
                </a:solidFill>
                <a:latin typeface="Arial"/>
              </a:rPr>
              <a:t>Heuristic function</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Algorithm</a:t>
            </a:r>
            <a:endParaRPr b="0" lang="en-US" sz="2400" spc="-1" strike="noStrike">
              <a:solidFill>
                <a:srgbClr val="000000"/>
              </a:solidFill>
              <a:latin typeface="Arial"/>
            </a:endParaRPr>
          </a:p>
        </p:txBody>
      </p:sp>
      <p:pic>
        <p:nvPicPr>
          <p:cNvPr id="143" name="" descr=""/>
          <p:cNvPicPr/>
          <p:nvPr/>
        </p:nvPicPr>
        <p:blipFill>
          <a:blip r:embed="rId1"/>
          <a:stretch/>
        </p:blipFill>
        <p:spPr>
          <a:xfrm>
            <a:off x="499320" y="2016000"/>
            <a:ext cx="3844080" cy="3266280"/>
          </a:xfrm>
          <a:prstGeom prst="rect">
            <a:avLst/>
          </a:prstGeom>
          <a:ln w="0">
            <a:noFill/>
          </a:ln>
        </p:spPr>
      </p:pic>
      <p:pic>
        <p:nvPicPr>
          <p:cNvPr id="144" name="" descr=""/>
          <p:cNvPicPr/>
          <p:nvPr/>
        </p:nvPicPr>
        <p:blipFill>
          <a:blip r:embed="rId2"/>
          <a:stretch/>
        </p:blipFill>
        <p:spPr>
          <a:xfrm>
            <a:off x="4559040" y="2479680"/>
            <a:ext cx="2527560" cy="2320920"/>
          </a:xfrm>
          <a:prstGeom prst="rect">
            <a:avLst/>
          </a:prstGeom>
          <a:ln w="0">
            <a:noFill/>
          </a:ln>
        </p:spPr>
      </p:pic>
      <p:pic>
        <p:nvPicPr>
          <p:cNvPr id="145" name="" descr=""/>
          <p:cNvPicPr/>
          <p:nvPr/>
        </p:nvPicPr>
        <p:blipFill>
          <a:blip r:embed="rId3"/>
          <a:stretch/>
        </p:blipFill>
        <p:spPr>
          <a:xfrm>
            <a:off x="7086600" y="2514600"/>
            <a:ext cx="3029400" cy="228600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title"/>
          </p:nvPr>
        </p:nvSpPr>
        <p:spPr>
          <a:xfrm>
            <a:off x="540000" y="270000"/>
            <a:ext cx="8998920" cy="988920"/>
          </a:xfrm>
          <a:prstGeom prst="rect">
            <a:avLst/>
          </a:prstGeom>
          <a:noFill/>
          <a:ln w="0">
            <a:noFill/>
          </a:ln>
        </p:spPr>
        <p:txBody>
          <a:bodyPr lIns="0" rIns="0" tIns="0" bIns="0" anchor="ctr">
            <a:noAutofit/>
          </a:bodyPr>
          <a:p>
            <a:pPr indent="0" algn="ctr">
              <a:buNone/>
            </a:pPr>
            <a:r>
              <a:rPr b="0" lang="en-US" sz="4400" spc="-1" strike="noStrike">
                <a:solidFill>
                  <a:srgbClr val="ffffff"/>
                </a:solidFill>
                <a:latin typeface="Arial"/>
              </a:rPr>
              <a:t>Visualization &amp; UI</a:t>
            </a:r>
            <a:endParaRPr b="0" lang="en-US" sz="4400" spc="-1" strike="noStrike">
              <a:solidFill>
                <a:srgbClr val="000000"/>
              </a:solidFill>
              <a:latin typeface="Arial"/>
            </a:endParaRPr>
          </a:p>
        </p:txBody>
      </p:sp>
      <p:sp>
        <p:nvSpPr>
          <p:cNvPr id="147" name=""/>
          <p:cNvSpPr txBox="1"/>
          <p:nvPr/>
        </p:nvSpPr>
        <p:spPr>
          <a:xfrm>
            <a:off x="457200" y="1828800"/>
            <a:ext cx="8915400" cy="3200400"/>
          </a:xfrm>
          <a:prstGeom prst="rect">
            <a:avLst/>
          </a:prstGeom>
          <a:noFill/>
          <a:ln w="0">
            <a:noFill/>
          </a:ln>
        </p:spPr>
        <p:txBody>
          <a:bodyPr lIns="90000" rIns="90000" tIns="45000" bIns="45000" anchor="t">
            <a:noAutofit/>
          </a:bodyPr>
          <a:p>
            <a:r>
              <a:rPr b="0" lang="en-US" sz="1800" spc="-1" strike="noStrike">
                <a:solidFill>
                  <a:srgbClr val="000000"/>
                </a:solidFill>
                <a:latin typeface="Arial"/>
              </a:rPr>
              <a:t>Numpy and cv2 were used to create a chessboard to visualize the board state</a:t>
            </a:r>
            <a:endParaRPr b="0" lang="en-US" sz="1800" spc="-1" strike="noStrike">
              <a:solidFill>
                <a:srgbClr val="000000"/>
              </a:solidFill>
              <a:latin typeface="Arial"/>
            </a:endParaRPr>
          </a:p>
          <a:p>
            <a:endParaRPr b="0" lang="en-US" sz="1800" spc="-1" strike="noStrike">
              <a:solidFill>
                <a:srgbClr val="000000"/>
              </a:solidFill>
              <a:latin typeface="Arial"/>
            </a:endParaRPr>
          </a:p>
          <a:p>
            <a:r>
              <a:rPr b="0" lang="en-US" sz="1800" spc="-1" strike="noStrike">
                <a:solidFill>
                  <a:srgbClr val="000000"/>
                </a:solidFill>
                <a:latin typeface="Arial"/>
              </a:rPr>
              <a:t>User Interface was created to help test and present the project, Streamlit was used.</a:t>
            </a:r>
            <a:endParaRPr b="0" lang="en-US" sz="1800" spc="-1" strike="noStrike">
              <a:solidFill>
                <a:srgbClr val="000000"/>
              </a:solidFill>
              <a:latin typeface="Arial"/>
            </a:endParaRPr>
          </a:p>
        </p:txBody>
      </p:sp>
      <p:pic>
        <p:nvPicPr>
          <p:cNvPr id="148" name="" descr=""/>
          <p:cNvPicPr/>
          <p:nvPr/>
        </p:nvPicPr>
        <p:blipFill>
          <a:blip r:embed="rId1"/>
          <a:stretch/>
        </p:blipFill>
        <p:spPr>
          <a:xfrm>
            <a:off x="4343400" y="2743200"/>
            <a:ext cx="5455440" cy="2904840"/>
          </a:xfrm>
          <a:prstGeom prst="rect">
            <a:avLst/>
          </a:prstGeom>
          <a:ln w="0">
            <a:noFill/>
          </a:ln>
        </p:spPr>
      </p:pic>
      <p:pic>
        <p:nvPicPr>
          <p:cNvPr id="149" name="" descr=""/>
          <p:cNvPicPr/>
          <p:nvPr/>
        </p:nvPicPr>
        <p:blipFill>
          <a:blip r:embed="rId2"/>
          <a:stretch/>
        </p:blipFill>
        <p:spPr>
          <a:xfrm>
            <a:off x="685800" y="2669040"/>
            <a:ext cx="2997360" cy="300168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title"/>
          </p:nvPr>
        </p:nvSpPr>
        <p:spPr>
          <a:xfrm>
            <a:off x="540000" y="270000"/>
            <a:ext cx="8998920" cy="988920"/>
          </a:xfrm>
          <a:prstGeom prst="rect">
            <a:avLst/>
          </a:prstGeom>
          <a:noFill/>
          <a:ln w="0">
            <a:noFill/>
          </a:ln>
        </p:spPr>
        <p:txBody>
          <a:bodyPr lIns="0" rIns="0" tIns="0" bIns="0" anchor="ctr">
            <a:noAutofit/>
          </a:bodyPr>
          <a:p>
            <a:pPr indent="0" algn="ctr">
              <a:buNone/>
            </a:pPr>
            <a:r>
              <a:rPr b="0" lang="en-US" sz="4400" spc="-1" strike="noStrike">
                <a:solidFill>
                  <a:srgbClr val="ffffff"/>
                </a:solidFill>
                <a:latin typeface="Arial"/>
              </a:rPr>
              <a:t>Results</a:t>
            </a:r>
            <a:r>
              <a:rPr b="0" lang="en-US" sz="4400" spc="-1" strike="noStrike">
                <a:solidFill>
                  <a:srgbClr val="ffffff"/>
                </a:solidFill>
                <a:latin typeface="Arial"/>
              </a:rPr>
              <a:t>	</a:t>
            </a:r>
            <a:r>
              <a:rPr b="0" lang="en-US" sz="4400" spc="-1" strike="noStrike">
                <a:solidFill>
                  <a:srgbClr val="ffffff"/>
                </a:solidFill>
                <a:latin typeface="Arial"/>
              </a:rPr>
              <a:t>	</a:t>
            </a:r>
            <a:r>
              <a:rPr b="0" lang="en-US" sz="4400" spc="-1" strike="noStrike">
                <a:solidFill>
                  <a:srgbClr val="ffffff"/>
                </a:solidFill>
                <a:latin typeface="Arial"/>
              </a:rPr>
              <a:t>N = 8</a:t>
            </a:r>
            <a:endParaRPr b="0" lang="en-US" sz="4400" spc="-1" strike="noStrike">
              <a:solidFill>
                <a:srgbClr val="000000"/>
              </a:solidFill>
              <a:latin typeface="Arial"/>
            </a:endParaRPr>
          </a:p>
        </p:txBody>
      </p:sp>
      <p:sp>
        <p:nvSpPr>
          <p:cNvPr id="151" name="PlaceHolder 2"/>
          <p:cNvSpPr>
            <a:spLocks noGrp="1"/>
          </p:cNvSpPr>
          <p:nvPr>
            <p:ph/>
          </p:nvPr>
        </p:nvSpPr>
        <p:spPr>
          <a:xfrm>
            <a:off x="504000" y="1326600"/>
            <a:ext cx="9554400" cy="502200"/>
          </a:xfrm>
          <a:prstGeom prst="rect">
            <a:avLst/>
          </a:prstGeom>
          <a:noFill/>
          <a:ln w="0">
            <a:noFill/>
          </a:ln>
        </p:spPr>
        <p:txBody>
          <a:bodyPr lIns="0" rIns="0" tIns="0" bIns="0" anchor="t">
            <a:normAutofit fontScale="68178"/>
          </a:bodyPr>
          <a:p>
            <a:pPr marL="432000" indent="0">
              <a:spcBef>
                <a:spcPts val="1417"/>
              </a:spcBef>
              <a:buNone/>
            </a:pPr>
            <a:r>
              <a:rPr b="0" lang="en-US" sz="1600" spc="-1" strike="noStrike">
                <a:solidFill>
                  <a:srgbClr val="000000"/>
                </a:solidFill>
                <a:latin typeface="Arial"/>
              </a:rPr>
              <a:t>Backtracking</a:t>
            </a:r>
            <a:r>
              <a:rPr b="0" lang="en-US" sz="1600" spc="-1" strike="noStrike">
                <a:solidFill>
                  <a:srgbClr val="000000"/>
                </a:solidFill>
                <a:latin typeface="Arial"/>
              </a:rPr>
              <a:t>	</a:t>
            </a:r>
            <a:r>
              <a:rPr b="0" lang="en-US" sz="1600" spc="-1" strike="noStrike">
                <a:solidFill>
                  <a:srgbClr val="000000"/>
                </a:solidFill>
                <a:latin typeface="Arial"/>
              </a:rPr>
              <a:t>	</a:t>
            </a:r>
            <a:r>
              <a:rPr b="0" lang="en-US" sz="1600" spc="-1" strike="noStrike">
                <a:solidFill>
                  <a:srgbClr val="000000"/>
                </a:solidFill>
                <a:latin typeface="Arial"/>
              </a:rPr>
              <a:t>	</a:t>
            </a:r>
            <a:r>
              <a:rPr b="0" lang="en-US" sz="1600" spc="-1" strike="noStrike">
                <a:solidFill>
                  <a:srgbClr val="000000"/>
                </a:solidFill>
                <a:latin typeface="Arial"/>
              </a:rPr>
              <a:t>	</a:t>
            </a:r>
            <a:r>
              <a:rPr b="0" lang="en-US" sz="1600" spc="-1" strike="noStrike">
                <a:solidFill>
                  <a:srgbClr val="000000"/>
                </a:solidFill>
                <a:latin typeface="Arial"/>
              </a:rPr>
              <a:t>  </a:t>
            </a:r>
            <a:r>
              <a:rPr b="0" lang="en-US" sz="1600" spc="-1" strike="noStrike">
                <a:solidFill>
                  <a:srgbClr val="000000"/>
                </a:solidFill>
                <a:latin typeface="Arial"/>
              </a:rPr>
              <a:t>	</a:t>
            </a:r>
            <a:r>
              <a:rPr b="0" lang="en-US" sz="1600" spc="-1" strike="noStrike">
                <a:solidFill>
                  <a:srgbClr val="000000"/>
                </a:solidFill>
                <a:latin typeface="Arial"/>
              </a:rPr>
              <a:t>	</a:t>
            </a:r>
            <a:r>
              <a:rPr b="0" lang="en-US" sz="1600" spc="-1" strike="noStrike">
                <a:solidFill>
                  <a:srgbClr val="000000"/>
                </a:solidFill>
                <a:latin typeface="Arial"/>
              </a:rPr>
              <a:t>	</a:t>
            </a:r>
            <a:r>
              <a:rPr b="0" lang="en-US" sz="1600" spc="-1" strike="noStrike">
                <a:solidFill>
                  <a:srgbClr val="000000"/>
                </a:solidFill>
                <a:latin typeface="Arial"/>
              </a:rPr>
              <a:t>backtracking with Forward Checking</a:t>
            </a:r>
            <a:r>
              <a:rPr b="0" lang="en-US" sz="1600" spc="-1" strike="noStrike">
                <a:solidFill>
                  <a:srgbClr val="000000"/>
                </a:solidFill>
                <a:latin typeface="Arial"/>
              </a:rPr>
              <a:t>	</a:t>
            </a:r>
            <a:r>
              <a:rPr b="0" lang="en-US" sz="1600" spc="-1" strike="noStrike">
                <a:solidFill>
                  <a:srgbClr val="000000"/>
                </a:solidFill>
                <a:latin typeface="Arial"/>
              </a:rPr>
              <a:t>	</a:t>
            </a:r>
            <a:r>
              <a:rPr b="0" lang="en-US" sz="1600" spc="-1" strike="noStrike">
                <a:solidFill>
                  <a:srgbClr val="000000"/>
                </a:solidFill>
                <a:latin typeface="Arial"/>
              </a:rPr>
              <a:t>	</a:t>
            </a:r>
            <a:r>
              <a:rPr b="0" lang="en-US" sz="1600" spc="-1" strike="noStrike">
                <a:solidFill>
                  <a:srgbClr val="000000"/>
                </a:solidFill>
                <a:latin typeface="Arial"/>
              </a:rPr>
              <a:t>	</a:t>
            </a:r>
            <a:r>
              <a:rPr b="0" lang="en-US" sz="1600" spc="-1" strike="noStrike">
                <a:solidFill>
                  <a:srgbClr val="000000"/>
                </a:solidFill>
                <a:latin typeface="Arial"/>
              </a:rPr>
              <a:t>Min Conflicts</a:t>
            </a:r>
            <a:endParaRPr b="0" lang="en-US" sz="1600" spc="-1" strike="noStrike">
              <a:solidFill>
                <a:srgbClr val="000000"/>
              </a:solidFill>
              <a:latin typeface="Arial"/>
            </a:endParaRPr>
          </a:p>
          <a:p>
            <a:pPr marL="432000" indent="0">
              <a:spcBef>
                <a:spcPts val="1417"/>
              </a:spcBef>
              <a:buNone/>
            </a:pPr>
            <a:r>
              <a:rPr b="0" lang="en-US" sz="1600" spc="-1" strike="noStrike">
                <a:solidFill>
                  <a:srgbClr val="000000"/>
                </a:solidFill>
                <a:latin typeface="Arial"/>
              </a:rPr>
              <a:t>876 Nodes expanded</a:t>
            </a:r>
            <a:r>
              <a:rPr b="0" lang="en-US" sz="1600" spc="-1" strike="noStrike">
                <a:solidFill>
                  <a:srgbClr val="000000"/>
                </a:solidFill>
                <a:latin typeface="Arial"/>
              </a:rPr>
              <a:t>	</a:t>
            </a:r>
            <a:r>
              <a:rPr b="0" lang="en-US" sz="1600" spc="-1" strike="noStrike">
                <a:solidFill>
                  <a:srgbClr val="000000"/>
                </a:solidFill>
                <a:latin typeface="Arial"/>
              </a:rPr>
              <a:t>	</a:t>
            </a:r>
            <a:r>
              <a:rPr b="0" lang="en-US" sz="1600" spc="-1" strike="noStrike">
                <a:solidFill>
                  <a:srgbClr val="000000"/>
                </a:solidFill>
                <a:latin typeface="Arial"/>
              </a:rPr>
              <a:t>89 Nodes expanded </a:t>
            </a:r>
            <a:r>
              <a:rPr b="0" lang="en-US" sz="1600" spc="-1" strike="noStrike">
                <a:solidFill>
                  <a:srgbClr val="000000"/>
                </a:solidFill>
                <a:latin typeface="Arial"/>
              </a:rPr>
              <a:t>	</a:t>
            </a:r>
            <a:r>
              <a:rPr b="0" lang="en-US" sz="1600" spc="-1" strike="noStrike">
                <a:solidFill>
                  <a:srgbClr val="000000"/>
                </a:solidFill>
                <a:latin typeface="Arial"/>
              </a:rPr>
              <a:t>	</a:t>
            </a:r>
            <a:r>
              <a:rPr b="0" lang="en-US" sz="1600" spc="-1" strike="noStrike">
                <a:solidFill>
                  <a:srgbClr val="000000"/>
                </a:solidFill>
                <a:latin typeface="Arial"/>
              </a:rPr>
              <a:t>	</a:t>
            </a:r>
            <a:r>
              <a:rPr b="0" lang="en-US" sz="1600" spc="-1" strike="noStrike">
                <a:solidFill>
                  <a:srgbClr val="000000"/>
                </a:solidFill>
                <a:latin typeface="Arial"/>
              </a:rPr>
              <a:t> </a:t>
            </a:r>
            <a:r>
              <a:rPr b="0" lang="en-US" sz="1600" spc="-1" strike="noStrike">
                <a:solidFill>
                  <a:srgbClr val="000000"/>
                </a:solidFill>
                <a:latin typeface="Arial"/>
              </a:rPr>
              <a:t>	</a:t>
            </a:r>
            <a:r>
              <a:rPr b="0" lang="en-US" sz="1600" spc="-1" strike="noStrike">
                <a:solidFill>
                  <a:srgbClr val="000000"/>
                </a:solidFill>
                <a:latin typeface="Arial"/>
              </a:rPr>
              <a:t>	</a:t>
            </a:r>
            <a:r>
              <a:rPr b="0" lang="en-US" sz="1600" spc="-1" strike="noStrike">
                <a:solidFill>
                  <a:srgbClr val="000000"/>
                </a:solidFill>
                <a:latin typeface="Arial"/>
              </a:rPr>
              <a:t>	</a:t>
            </a:r>
            <a:r>
              <a:rPr b="0" lang="en-US" sz="1600" spc="-1" strike="noStrike">
                <a:solidFill>
                  <a:srgbClr val="000000"/>
                </a:solidFill>
                <a:latin typeface="Arial"/>
              </a:rPr>
              <a:t> </a:t>
            </a:r>
            <a:r>
              <a:rPr b="0" lang="en-US" sz="1600" spc="-1" strike="noStrike">
                <a:solidFill>
                  <a:srgbClr val="000000"/>
                </a:solidFill>
                <a:latin typeface="Arial"/>
              </a:rPr>
              <a:t>	</a:t>
            </a:r>
            <a:r>
              <a:rPr b="0" lang="en-US" sz="1600" spc="-1" strike="noStrike">
                <a:solidFill>
                  <a:srgbClr val="000000"/>
                </a:solidFill>
                <a:latin typeface="Arial"/>
              </a:rPr>
              <a:t>256 Nodes expanded</a:t>
            </a:r>
            <a:endParaRPr b="0" lang="en-US" sz="1600" spc="-1" strike="noStrike">
              <a:solidFill>
                <a:srgbClr val="000000"/>
              </a:solidFill>
              <a:latin typeface="Arial"/>
            </a:endParaRPr>
          </a:p>
        </p:txBody>
      </p:sp>
      <p:pic>
        <p:nvPicPr>
          <p:cNvPr id="152" name="" descr=""/>
          <p:cNvPicPr/>
          <p:nvPr/>
        </p:nvPicPr>
        <p:blipFill>
          <a:blip r:embed="rId1"/>
          <a:stretch/>
        </p:blipFill>
        <p:spPr>
          <a:xfrm>
            <a:off x="228600" y="2027520"/>
            <a:ext cx="3001320" cy="3230280"/>
          </a:xfrm>
          <a:prstGeom prst="rect">
            <a:avLst/>
          </a:prstGeom>
          <a:ln w="0">
            <a:noFill/>
          </a:ln>
        </p:spPr>
      </p:pic>
      <p:pic>
        <p:nvPicPr>
          <p:cNvPr id="153" name="" descr=""/>
          <p:cNvPicPr/>
          <p:nvPr/>
        </p:nvPicPr>
        <p:blipFill>
          <a:blip r:embed="rId2"/>
          <a:stretch/>
        </p:blipFill>
        <p:spPr>
          <a:xfrm>
            <a:off x="3884400" y="2057400"/>
            <a:ext cx="2973600" cy="3200400"/>
          </a:xfrm>
          <a:prstGeom prst="rect">
            <a:avLst/>
          </a:prstGeom>
          <a:ln w="0">
            <a:noFill/>
          </a:ln>
        </p:spPr>
      </p:pic>
      <p:pic>
        <p:nvPicPr>
          <p:cNvPr id="154" name="" descr=""/>
          <p:cNvPicPr/>
          <p:nvPr/>
        </p:nvPicPr>
        <p:blipFill>
          <a:blip r:embed="rId3"/>
          <a:stretch/>
        </p:blipFill>
        <p:spPr>
          <a:xfrm>
            <a:off x="7107120" y="2057400"/>
            <a:ext cx="2973600" cy="320040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PlaceHolder 1"/>
          <p:cNvSpPr>
            <a:spLocks noGrp="1"/>
          </p:cNvSpPr>
          <p:nvPr>
            <p:ph type="title"/>
          </p:nvPr>
        </p:nvSpPr>
        <p:spPr>
          <a:xfrm>
            <a:off x="540000" y="270000"/>
            <a:ext cx="8998920" cy="988920"/>
          </a:xfrm>
          <a:prstGeom prst="rect">
            <a:avLst/>
          </a:prstGeom>
          <a:noFill/>
          <a:ln w="0">
            <a:noFill/>
          </a:ln>
        </p:spPr>
        <p:txBody>
          <a:bodyPr lIns="0" rIns="0" tIns="0" bIns="0" anchor="ctr">
            <a:noAutofit/>
          </a:bodyPr>
          <a:p>
            <a:pPr indent="0" algn="ctr">
              <a:buNone/>
            </a:pPr>
            <a:r>
              <a:rPr b="0" lang="en-US" sz="4400" spc="-1" strike="noStrike">
                <a:solidFill>
                  <a:srgbClr val="ffffff"/>
                </a:solidFill>
                <a:latin typeface="Arial"/>
              </a:rPr>
              <a:t>Results</a:t>
            </a:r>
            <a:r>
              <a:rPr b="0" lang="en-US" sz="4400" spc="-1" strike="noStrike">
                <a:solidFill>
                  <a:srgbClr val="ffffff"/>
                </a:solidFill>
                <a:latin typeface="Arial"/>
              </a:rPr>
              <a:t>	</a:t>
            </a:r>
            <a:r>
              <a:rPr b="0" lang="en-US" sz="4400" spc="-1" strike="noStrike">
                <a:solidFill>
                  <a:srgbClr val="ffffff"/>
                </a:solidFill>
                <a:latin typeface="Arial"/>
              </a:rPr>
              <a:t>	</a:t>
            </a:r>
            <a:r>
              <a:rPr b="0" lang="en-US" sz="4400" spc="-1" strike="noStrike">
                <a:solidFill>
                  <a:srgbClr val="ffffff"/>
                </a:solidFill>
                <a:latin typeface="Arial"/>
              </a:rPr>
              <a:t>N = 20</a:t>
            </a:r>
            <a:endParaRPr b="0" lang="en-US" sz="4400" spc="-1" strike="noStrike">
              <a:solidFill>
                <a:srgbClr val="000000"/>
              </a:solidFill>
              <a:latin typeface="Arial"/>
            </a:endParaRPr>
          </a:p>
        </p:txBody>
      </p:sp>
      <p:sp>
        <p:nvSpPr>
          <p:cNvPr id="156" name="PlaceHolder 2"/>
          <p:cNvSpPr>
            <a:spLocks noGrp="1"/>
          </p:cNvSpPr>
          <p:nvPr>
            <p:ph/>
          </p:nvPr>
        </p:nvSpPr>
        <p:spPr>
          <a:xfrm>
            <a:off x="0" y="1297440"/>
            <a:ext cx="10058400" cy="685800"/>
          </a:xfrm>
          <a:prstGeom prst="rect">
            <a:avLst/>
          </a:prstGeom>
          <a:noFill/>
          <a:ln w="0">
            <a:noFill/>
          </a:ln>
        </p:spPr>
        <p:txBody>
          <a:bodyPr lIns="0" rIns="0" tIns="0" bIns="0" anchor="t">
            <a:normAutofit fontScale="95908"/>
          </a:bodyPr>
          <a:p>
            <a:pPr marL="432000" indent="0">
              <a:spcBef>
                <a:spcPts val="1417"/>
              </a:spcBef>
              <a:buNone/>
            </a:pPr>
            <a:r>
              <a:rPr b="0" lang="en-US" sz="1200" spc="-1" strike="noStrike">
                <a:solidFill>
                  <a:srgbClr val="000000"/>
                </a:solidFill>
                <a:latin typeface="Arial"/>
              </a:rPr>
              <a:t>Backtracking</a:t>
            </a:r>
            <a:r>
              <a:rPr b="0" lang="en-US" sz="1200" spc="-1" strike="noStrike">
                <a:solidFill>
                  <a:srgbClr val="000000"/>
                </a:solidFill>
                <a:latin typeface="Arial"/>
              </a:rPr>
              <a:t>	</a:t>
            </a:r>
            <a:r>
              <a:rPr b="0" lang="en-US" sz="1200" spc="-1" strike="noStrike">
                <a:solidFill>
                  <a:srgbClr val="000000"/>
                </a:solidFill>
                <a:latin typeface="Arial"/>
              </a:rPr>
              <a:t>	</a:t>
            </a:r>
            <a:r>
              <a:rPr b="0" lang="en-US" sz="1200" spc="-1" strike="noStrike">
                <a:solidFill>
                  <a:srgbClr val="000000"/>
                </a:solidFill>
                <a:latin typeface="Arial"/>
              </a:rPr>
              <a:t>	</a:t>
            </a:r>
            <a:r>
              <a:rPr b="0" lang="en-US" sz="1200" spc="-1" strike="noStrike">
                <a:solidFill>
                  <a:srgbClr val="000000"/>
                </a:solidFill>
                <a:latin typeface="Arial"/>
              </a:rPr>
              <a:t>backtracking with Forward Checking</a:t>
            </a:r>
            <a:r>
              <a:rPr b="0" lang="en-US" sz="1200" spc="-1" strike="noStrike">
                <a:solidFill>
                  <a:srgbClr val="000000"/>
                </a:solidFill>
                <a:latin typeface="Arial"/>
              </a:rPr>
              <a:t>	</a:t>
            </a:r>
            <a:r>
              <a:rPr b="0" lang="en-US" sz="1200" spc="-1" strike="noStrike">
                <a:solidFill>
                  <a:srgbClr val="000000"/>
                </a:solidFill>
                <a:latin typeface="Arial"/>
              </a:rPr>
              <a:t>	</a:t>
            </a:r>
            <a:r>
              <a:rPr b="0" lang="en-US" sz="1200" spc="-1" strike="noStrike">
                <a:solidFill>
                  <a:srgbClr val="000000"/>
                </a:solidFill>
                <a:latin typeface="Arial"/>
              </a:rPr>
              <a:t>	</a:t>
            </a:r>
            <a:r>
              <a:rPr b="0" lang="en-US" sz="1200" spc="-1" strike="noStrike">
                <a:solidFill>
                  <a:srgbClr val="000000"/>
                </a:solidFill>
                <a:latin typeface="Arial"/>
              </a:rPr>
              <a:t>	</a:t>
            </a:r>
            <a:r>
              <a:rPr b="0" lang="en-US" sz="1200" spc="-1" strike="noStrike">
                <a:solidFill>
                  <a:srgbClr val="000000"/>
                </a:solidFill>
                <a:latin typeface="Arial"/>
              </a:rPr>
              <a:t>         </a:t>
            </a:r>
            <a:r>
              <a:rPr b="0" lang="en-US" sz="1200" spc="-1" strike="noStrike">
                <a:solidFill>
                  <a:srgbClr val="000000"/>
                </a:solidFill>
                <a:latin typeface="Arial"/>
              </a:rPr>
              <a:t>	</a:t>
            </a:r>
            <a:r>
              <a:rPr b="0" lang="en-US" sz="1200" spc="-1" strike="noStrike">
                <a:solidFill>
                  <a:srgbClr val="000000"/>
                </a:solidFill>
                <a:latin typeface="Arial"/>
              </a:rPr>
              <a:t>  </a:t>
            </a:r>
            <a:r>
              <a:rPr b="0" lang="en-US" sz="1200" spc="-1" strike="noStrike">
                <a:solidFill>
                  <a:srgbClr val="000000"/>
                </a:solidFill>
                <a:latin typeface="Arial"/>
              </a:rPr>
              <a:t>	</a:t>
            </a:r>
            <a:r>
              <a:rPr b="0" lang="en-US" sz="1200" spc="-1" strike="noStrike">
                <a:solidFill>
                  <a:srgbClr val="000000"/>
                </a:solidFill>
                <a:latin typeface="Arial"/>
              </a:rPr>
              <a:t>	</a:t>
            </a:r>
            <a:r>
              <a:rPr b="0" lang="en-US" sz="1200" spc="-1" strike="noStrike">
                <a:solidFill>
                  <a:srgbClr val="000000"/>
                </a:solidFill>
                <a:latin typeface="Arial"/>
              </a:rPr>
              <a:t>Min Conflicts</a:t>
            </a:r>
            <a:endParaRPr b="0" lang="en-US" sz="1200" spc="-1" strike="noStrike">
              <a:solidFill>
                <a:srgbClr val="000000"/>
              </a:solidFill>
              <a:latin typeface="Arial"/>
            </a:endParaRPr>
          </a:p>
          <a:p>
            <a:pPr marL="432000" indent="0">
              <a:spcBef>
                <a:spcPts val="1191"/>
              </a:spcBef>
              <a:spcAft>
                <a:spcPts val="992"/>
              </a:spcAft>
              <a:buNone/>
            </a:pPr>
            <a:r>
              <a:rPr b="0" lang="en-US" sz="1200" spc="-1" strike="noStrike">
                <a:solidFill>
                  <a:srgbClr val="000000"/>
                </a:solidFill>
                <a:latin typeface="Arial"/>
              </a:rPr>
              <a:t>~4 Million Nodes expanded</a:t>
            </a:r>
            <a:r>
              <a:rPr b="0" lang="en-US" sz="1200" spc="-1" strike="noStrike">
                <a:solidFill>
                  <a:srgbClr val="000000"/>
                </a:solidFill>
                <a:latin typeface="Arial"/>
              </a:rPr>
              <a:t>	</a:t>
            </a:r>
            <a:r>
              <a:rPr b="0" lang="en-US" sz="1200" spc="-1" strike="noStrike">
                <a:solidFill>
                  <a:srgbClr val="000000"/>
                </a:solidFill>
                <a:latin typeface="Arial"/>
              </a:rPr>
              <a:t>	</a:t>
            </a:r>
            <a:r>
              <a:rPr b="0" lang="en-US" sz="1200" spc="-1" strike="noStrike">
                <a:solidFill>
                  <a:srgbClr val="000000"/>
                </a:solidFill>
                <a:latin typeface="Arial"/>
              </a:rPr>
              <a:t>	</a:t>
            </a:r>
            <a:r>
              <a:rPr b="0" lang="en-US" sz="1200" spc="-1" strike="noStrike">
                <a:solidFill>
                  <a:srgbClr val="000000"/>
                </a:solidFill>
                <a:latin typeface="Arial"/>
              </a:rPr>
              <a:t> ~140k Nodes expanded </a:t>
            </a:r>
            <a:r>
              <a:rPr b="0" lang="en-US" sz="1200" spc="-1" strike="noStrike">
                <a:solidFill>
                  <a:srgbClr val="000000"/>
                </a:solidFill>
                <a:latin typeface="Arial"/>
              </a:rPr>
              <a:t>	</a:t>
            </a:r>
            <a:r>
              <a:rPr b="0" lang="en-US" sz="1200" spc="-1" strike="noStrike">
                <a:solidFill>
                  <a:srgbClr val="000000"/>
                </a:solidFill>
                <a:latin typeface="Arial"/>
              </a:rPr>
              <a:t>	</a:t>
            </a:r>
            <a:r>
              <a:rPr b="0" lang="en-US" sz="1200" spc="-1" strike="noStrike">
                <a:solidFill>
                  <a:srgbClr val="000000"/>
                </a:solidFill>
                <a:latin typeface="Arial"/>
              </a:rPr>
              <a:t>	</a:t>
            </a:r>
            <a:r>
              <a:rPr b="0" lang="en-US" sz="1200" spc="-1" strike="noStrike">
                <a:solidFill>
                  <a:srgbClr val="000000"/>
                </a:solidFill>
                <a:latin typeface="Arial"/>
              </a:rPr>
              <a:t> </a:t>
            </a:r>
            <a:r>
              <a:rPr b="0" lang="en-US" sz="1200" spc="-1" strike="noStrike">
                <a:solidFill>
                  <a:srgbClr val="000000"/>
                </a:solidFill>
                <a:latin typeface="Arial"/>
              </a:rPr>
              <a:t>	</a:t>
            </a:r>
            <a:r>
              <a:rPr b="0" lang="en-US" sz="1200" spc="-1" strike="noStrike">
                <a:solidFill>
                  <a:srgbClr val="000000"/>
                </a:solidFill>
                <a:latin typeface="Arial"/>
              </a:rPr>
              <a:t> 2900 Nodes expanded</a:t>
            </a:r>
            <a:endParaRPr b="0" lang="en-US" sz="1200" spc="-1" strike="noStrike">
              <a:solidFill>
                <a:srgbClr val="000000"/>
              </a:solidFill>
              <a:latin typeface="Arial"/>
            </a:endParaRPr>
          </a:p>
        </p:txBody>
      </p:sp>
      <p:pic>
        <p:nvPicPr>
          <p:cNvPr id="157" name="" descr=""/>
          <p:cNvPicPr/>
          <p:nvPr/>
        </p:nvPicPr>
        <p:blipFill>
          <a:blip r:embed="rId1"/>
          <a:stretch/>
        </p:blipFill>
        <p:spPr>
          <a:xfrm>
            <a:off x="457200" y="2057400"/>
            <a:ext cx="3001320" cy="3230280"/>
          </a:xfrm>
          <a:prstGeom prst="rect">
            <a:avLst/>
          </a:prstGeom>
          <a:ln w="0">
            <a:noFill/>
          </a:ln>
        </p:spPr>
      </p:pic>
      <p:pic>
        <p:nvPicPr>
          <p:cNvPr id="158" name="" descr=""/>
          <p:cNvPicPr/>
          <p:nvPr/>
        </p:nvPicPr>
        <p:blipFill>
          <a:blip r:embed="rId2"/>
          <a:stretch/>
        </p:blipFill>
        <p:spPr>
          <a:xfrm>
            <a:off x="3644280" y="1828800"/>
            <a:ext cx="3213720" cy="3458880"/>
          </a:xfrm>
          <a:prstGeom prst="rect">
            <a:avLst/>
          </a:prstGeom>
          <a:ln w="0">
            <a:noFill/>
          </a:ln>
        </p:spPr>
      </p:pic>
      <p:pic>
        <p:nvPicPr>
          <p:cNvPr id="159" name="" descr=""/>
          <p:cNvPicPr/>
          <p:nvPr/>
        </p:nvPicPr>
        <p:blipFill>
          <a:blip r:embed="rId3"/>
          <a:stretch/>
        </p:blipFill>
        <p:spPr>
          <a:xfrm>
            <a:off x="7016040" y="1983240"/>
            <a:ext cx="3042360" cy="327456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title"/>
          </p:nvPr>
        </p:nvSpPr>
        <p:spPr>
          <a:xfrm>
            <a:off x="540000" y="270000"/>
            <a:ext cx="8998920" cy="988920"/>
          </a:xfrm>
          <a:prstGeom prst="rect">
            <a:avLst/>
          </a:prstGeom>
          <a:noFill/>
          <a:ln w="0">
            <a:noFill/>
          </a:ln>
        </p:spPr>
        <p:txBody>
          <a:bodyPr lIns="0" rIns="0" tIns="0" bIns="0" anchor="ctr">
            <a:noAutofit/>
          </a:bodyPr>
          <a:p>
            <a:pPr indent="0" algn="ctr">
              <a:buNone/>
            </a:pPr>
            <a:r>
              <a:rPr b="0" lang="en-US" sz="4400" spc="-1" strike="noStrike">
                <a:solidFill>
                  <a:srgbClr val="ffffff"/>
                </a:solidFill>
                <a:latin typeface="Arial"/>
              </a:rPr>
              <a:t>Demonstration</a:t>
            </a:r>
            <a:endParaRPr b="0" lang="en-US" sz="4400" spc="-1" strike="noStrike">
              <a:solidFill>
                <a:srgbClr val="000000"/>
              </a:solidFill>
              <a:latin typeface="Arial"/>
            </a:endParaRPr>
          </a:p>
        </p:txBody>
      </p:sp>
      <p:sp>
        <p:nvSpPr>
          <p:cNvPr id="161" name="PlaceHolder 2"/>
          <p:cNvSpPr>
            <a:spLocks noGrp="1"/>
          </p:cNvSpPr>
          <p:nvPr>
            <p:ph/>
          </p:nvPr>
        </p:nvSpPr>
        <p:spPr>
          <a:xfrm>
            <a:off x="504000" y="1326600"/>
            <a:ext cx="7954200" cy="2331000"/>
          </a:xfrm>
          <a:prstGeom prst="rect">
            <a:avLst/>
          </a:prstGeom>
          <a:noFill/>
          <a:ln w="0">
            <a:noFill/>
          </a:ln>
        </p:spPr>
        <p:txBody>
          <a:bodyPr lIns="0" rIns="0" tIns="0" bIns="0" anchor="t">
            <a:normAutofit/>
          </a:bodyPr>
          <a:p>
            <a:pPr lvl="1" marL="864000" indent="0">
              <a:spcBef>
                <a:spcPts val="1191"/>
              </a:spcBef>
              <a:spcAft>
                <a:spcPts val="992"/>
              </a:spcAft>
              <a:buNone/>
            </a:pPr>
            <a:r>
              <a:rPr b="0" lang="en-US" sz="2400" spc="-1" strike="noStrike">
                <a:solidFill>
                  <a:srgbClr val="000000"/>
                </a:solidFill>
                <a:latin typeface="Arial"/>
              </a:rPr>
              <a:t>Live demo and explanation</a:t>
            </a:r>
            <a:endParaRPr b="0" lang="en-US" sz="2400" spc="-1" strike="noStrike">
              <a:solidFill>
                <a:srgbClr val="000000"/>
              </a:solidFill>
              <a:latin typeface="Arial"/>
            </a:endParaRPr>
          </a:p>
          <a:p>
            <a:pPr lvl="1" marL="864000" indent="0">
              <a:spcBef>
                <a:spcPts val="1134"/>
              </a:spcBef>
              <a:buNone/>
            </a:pPr>
            <a:endParaRPr b="0" lang="en-US" sz="2400" spc="-1" strike="noStrike">
              <a:solidFill>
                <a:srgbClr val="000000"/>
              </a:solidFill>
              <a:latin typeface="Arial"/>
            </a:endParaRPr>
          </a:p>
          <a:p>
            <a:pPr lvl="1" marL="864000" indent="0">
              <a:spcBef>
                <a:spcPts val="1134"/>
              </a:spcBef>
              <a:buNone/>
            </a:pP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540000" y="270000"/>
            <a:ext cx="8998920" cy="988920"/>
          </a:xfrm>
          <a:prstGeom prst="rect">
            <a:avLst/>
          </a:prstGeom>
          <a:noFill/>
          <a:ln w="0">
            <a:noFill/>
          </a:ln>
        </p:spPr>
        <p:txBody>
          <a:bodyPr lIns="0" rIns="0" tIns="0" bIns="0" anchor="ctr">
            <a:noAutofit/>
          </a:bodyPr>
          <a:p>
            <a:pPr indent="0" algn="ctr">
              <a:buNone/>
            </a:pPr>
            <a:r>
              <a:rPr b="0" lang="en-US" sz="4400" spc="-1" strike="noStrike">
                <a:solidFill>
                  <a:srgbClr val="ffffff"/>
                </a:solidFill>
                <a:latin typeface="Arial"/>
              </a:rPr>
              <a:t>Conclusion</a:t>
            </a:r>
            <a:endParaRPr b="0" lang="en-US" sz="4400" spc="-1" strike="noStrike">
              <a:solidFill>
                <a:srgbClr val="000000"/>
              </a:solidFill>
              <a:latin typeface="Arial"/>
            </a:endParaRPr>
          </a:p>
        </p:txBody>
      </p:sp>
      <p:sp>
        <p:nvSpPr>
          <p:cNvPr id="163" name="PlaceHolder 2"/>
          <p:cNvSpPr>
            <a:spLocks noGrp="1"/>
          </p:cNvSpPr>
          <p:nvPr>
            <p:ph/>
          </p:nvPr>
        </p:nvSpPr>
        <p:spPr>
          <a:xfrm>
            <a:off x="504000" y="1326600"/>
            <a:ext cx="9072000" cy="3288600"/>
          </a:xfrm>
          <a:prstGeom prst="rect">
            <a:avLst/>
          </a:prstGeom>
          <a:noFill/>
          <a:ln w="0">
            <a:noFill/>
          </a:ln>
        </p:spPr>
        <p:txBody>
          <a:bodyPr lIns="0" rIns="0" tIns="0" bIns="0" anchor="t">
            <a:normAutofit fontScale="93740" lnSpcReduction="10000"/>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All three algorithms preformed very well for low N values (N=8)</a:t>
            </a:r>
            <a:endParaRPr b="0" lang="en-US" sz="3200" spc="-1" strike="noStrike">
              <a:solidFill>
                <a:srgbClr val="000000"/>
              </a:solidFill>
              <a:latin typeface="Arial"/>
            </a:endParaRPr>
          </a:p>
          <a:p>
            <a:pPr marL="432000" indent="0">
              <a:spcBef>
                <a:spcPts val="1417"/>
              </a:spcBef>
              <a:buNone/>
            </a:pPr>
            <a:endParaRPr b="0" lang="en-US" sz="3200" spc="-1" strike="noStrike">
              <a:solidFill>
                <a:srgbClr val="000000"/>
              </a:solidFill>
              <a:latin typeface="Arial"/>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For larger N, Min Conflicts proved to outmatch the other algorithms, both in number of nodes expanded, and Time taken to complete the algorithm</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PlaceHolder 1"/>
          <p:cNvSpPr>
            <a:spLocks noGrp="1"/>
          </p:cNvSpPr>
          <p:nvPr>
            <p:ph type="title"/>
          </p:nvPr>
        </p:nvSpPr>
        <p:spPr>
          <a:xfrm>
            <a:off x="540000" y="270000"/>
            <a:ext cx="8998920" cy="988920"/>
          </a:xfrm>
          <a:prstGeom prst="rect">
            <a:avLst/>
          </a:prstGeom>
          <a:noFill/>
          <a:ln w="0">
            <a:noFill/>
          </a:ln>
        </p:spPr>
        <p:txBody>
          <a:bodyPr lIns="0" rIns="0" tIns="0" bIns="0" anchor="ctr">
            <a:noAutofit/>
          </a:bodyPr>
          <a:p>
            <a:pPr indent="0" algn="ctr">
              <a:buNone/>
            </a:pPr>
            <a:r>
              <a:rPr b="0" lang="en-US" sz="4400" spc="-1" strike="noStrike">
                <a:solidFill>
                  <a:srgbClr val="ffffff"/>
                </a:solidFill>
                <a:latin typeface="Arial"/>
              </a:rPr>
              <a:t>Thank You</a:t>
            </a:r>
            <a:endParaRPr b="0" lang="en-US" sz="4400" spc="-1" strike="noStrike">
              <a:solidFill>
                <a:srgbClr val="000000"/>
              </a:solidFill>
              <a:latin typeface="Arial"/>
            </a:endParaRPr>
          </a:p>
        </p:txBody>
      </p:sp>
      <p:sp>
        <p:nvSpPr>
          <p:cNvPr id="165" name="PlaceHolder 2"/>
          <p:cNvSpPr>
            <a:spLocks noGrp="1"/>
          </p:cNvSpPr>
          <p:nvPr>
            <p:ph/>
          </p:nvPr>
        </p:nvSpPr>
        <p:spPr>
          <a:xfrm>
            <a:off x="504000" y="1326600"/>
            <a:ext cx="9072000" cy="3288600"/>
          </a:xfrm>
          <a:prstGeom prst="rect">
            <a:avLst/>
          </a:prstGeom>
          <a:noFill/>
          <a:ln w="0">
            <a:noFill/>
          </a:ln>
        </p:spPr>
        <p:txBody>
          <a:bodyPr lIns="0" rIns="0" tIns="0" bIns="0" anchor="t">
            <a:normAutofit/>
          </a:bodyPr>
          <a:p>
            <a:pPr indent="0" algn="ctr">
              <a:spcBef>
                <a:spcPts val="1417"/>
              </a:spcBef>
              <a:buNone/>
            </a:pPr>
            <a:r>
              <a:rPr b="0" lang="en-US" sz="3200" spc="-1" strike="noStrike">
                <a:solidFill>
                  <a:srgbClr val="000000"/>
                </a:solidFill>
                <a:latin typeface="Arial"/>
              </a:rPr>
              <a:t>Thank you for listening</a:t>
            </a:r>
            <a:endParaRPr b="0" lang="en-US" sz="3200" spc="-1" strike="noStrike">
              <a:solidFill>
                <a:srgbClr val="000000"/>
              </a:solidFill>
              <a:latin typeface="Arial"/>
            </a:endParaRPr>
          </a:p>
          <a:p>
            <a:pPr indent="0" algn="ctr">
              <a:spcBef>
                <a:spcPts val="1417"/>
              </a:spcBef>
              <a:buNone/>
            </a:pPr>
            <a:endParaRPr b="0" lang="en-US" sz="3200" spc="-1" strike="noStrike">
              <a:solidFill>
                <a:srgbClr val="000000"/>
              </a:solidFill>
              <a:latin typeface="Arial"/>
            </a:endParaRPr>
          </a:p>
          <a:p>
            <a:pPr indent="0" algn="ctr">
              <a:spcBef>
                <a:spcPts val="1417"/>
              </a:spcBef>
              <a:buNone/>
            </a:pPr>
            <a:endParaRPr b="0" lang="en-US" sz="3200" spc="-1" strike="noStrike">
              <a:solidFill>
                <a:srgbClr val="000000"/>
              </a:solidFill>
              <a:latin typeface="Arial"/>
            </a:endParaRPr>
          </a:p>
          <a:p>
            <a:pPr indent="0" algn="ctr">
              <a:spcBef>
                <a:spcPts val="1417"/>
              </a:spcBef>
              <a:buNone/>
            </a:pPr>
            <a:r>
              <a:rPr b="0" lang="en-US" sz="3200" spc="-1" strike="noStrike">
                <a:solidFill>
                  <a:srgbClr val="000000"/>
                </a:solidFill>
                <a:latin typeface="Arial"/>
              </a:rPr>
              <a:t>Any Questions</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51</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2026-01-07T00:31:09Z</dcterms:created>
  <dc:creator/>
  <dc:description/>
  <dc:language>en-US</dc:language>
  <cp:lastModifiedBy/>
  <dcterms:modified xsi:type="dcterms:W3CDTF">2026-01-07T12:56:32Z</dcterms:modified>
  <cp:revision>8</cp:revision>
  <dc:subject/>
  <dc:title>Lights</dc:title>
</cp:coreProperties>
</file>

<file path=docProps/custom.xml><?xml version="1.0" encoding="utf-8"?>
<Properties xmlns="http://schemas.openxmlformats.org/officeDocument/2006/custom-properties" xmlns:vt="http://schemas.openxmlformats.org/officeDocument/2006/docPropsVTypes"/>
</file>